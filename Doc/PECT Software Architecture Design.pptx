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6175" r:id="rId1"/>
  </p:sldMasterIdLst>
  <p:notesMasterIdLst>
    <p:notesMasterId r:id="rId20"/>
  </p:notesMasterIdLst>
  <p:sldIdLst>
    <p:sldId id="256" r:id="rId2"/>
    <p:sldId id="265" r:id="rId3"/>
    <p:sldId id="261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8" r:id="rId15"/>
    <p:sldId id="260" r:id="rId16"/>
    <p:sldId id="264" r:id="rId17"/>
    <p:sldId id="276" r:id="rId18"/>
    <p:sldId id="27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1416470-B2C2-C941-ADCD-39D7DD8B3E65}">
          <p14:sldIdLst>
            <p14:sldId id="256"/>
            <p14:sldId id="265"/>
            <p14:sldId id="261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8"/>
            <p14:sldId id="260"/>
          </p14:sldIdLst>
        </p14:section>
        <p14:section name="Appendix" id="{CCC5F223-24E4-B144-9F80-51FD2749314B}">
          <p14:sldIdLst>
            <p14:sldId id="264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6"/>
    <p:restoredTop sz="87361"/>
  </p:normalViewPr>
  <p:slideViewPr>
    <p:cSldViewPr snapToGrid="0" snapToObjects="1">
      <p:cViewPr>
        <p:scale>
          <a:sx n="66" d="100"/>
          <a:sy n="66" d="100"/>
        </p:scale>
        <p:origin x="422" y="30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568353-F0AB-324B-A2F2-221ED68F5F87}" type="doc">
      <dgm:prSet loTypeId="urn:microsoft.com/office/officeart/2005/8/layout/cycle2" loCatId="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20537658-6866-2747-87A5-B5B13246CF01}">
      <dgm:prSet phldrT="[Text]"/>
      <dgm:spPr/>
      <dgm:t>
        <a:bodyPr/>
        <a:lstStyle/>
        <a:p>
          <a:r>
            <a:rPr lang="en-US" dirty="0"/>
            <a:t>Next </a:t>
          </a:r>
          <a:r>
            <a:rPr lang="en-US"/>
            <a:t>writen</a:t>
          </a:r>
          <a:r>
            <a:rPr lang="en-US" dirty="0"/>
            <a:t> buffer</a:t>
          </a:r>
        </a:p>
      </dgm:t>
    </dgm:pt>
    <dgm:pt modelId="{FA588BFE-6284-2944-AC3F-B396BE12E8FD}" type="parTrans" cxnId="{08E5DB14-F340-744E-B89D-ABE0D0526CE3}">
      <dgm:prSet/>
      <dgm:spPr/>
      <dgm:t>
        <a:bodyPr/>
        <a:lstStyle/>
        <a:p>
          <a:endParaRPr lang="en-US"/>
        </a:p>
      </dgm:t>
    </dgm:pt>
    <dgm:pt modelId="{0F0F16B9-936B-624E-8442-DA20DC496A86}" type="sibTrans" cxnId="{08E5DB14-F340-744E-B89D-ABE0D0526CE3}">
      <dgm:prSet/>
      <dgm:spPr/>
      <dgm:t>
        <a:bodyPr/>
        <a:lstStyle/>
        <a:p>
          <a:endParaRPr lang="en-US"/>
        </a:p>
      </dgm:t>
    </dgm:pt>
    <dgm:pt modelId="{57B5ABA6-2A7F-024C-B0D9-A5B6D65197A4}">
      <dgm:prSet phldrT="[Text]"/>
      <dgm:spPr/>
      <dgm:t>
        <a:bodyPr/>
        <a:lstStyle/>
        <a:p>
          <a:r>
            <a:rPr lang="en-US" dirty="0"/>
            <a:t>Writing Buffer</a:t>
          </a:r>
        </a:p>
      </dgm:t>
    </dgm:pt>
    <dgm:pt modelId="{A7FE29A9-CCE7-7E4B-9F50-8ED17CDFAD94}" type="parTrans" cxnId="{E6BBCDE2-77EF-C343-B3E1-8E30317CDCD8}">
      <dgm:prSet/>
      <dgm:spPr/>
      <dgm:t>
        <a:bodyPr/>
        <a:lstStyle/>
        <a:p>
          <a:endParaRPr lang="en-US"/>
        </a:p>
      </dgm:t>
    </dgm:pt>
    <dgm:pt modelId="{35E43437-7FD9-084F-8540-2F7EA379F9CC}" type="sibTrans" cxnId="{E6BBCDE2-77EF-C343-B3E1-8E30317CDCD8}">
      <dgm:prSet/>
      <dgm:spPr/>
      <dgm:t>
        <a:bodyPr/>
        <a:lstStyle/>
        <a:p>
          <a:endParaRPr lang="en-US"/>
        </a:p>
      </dgm:t>
    </dgm:pt>
    <dgm:pt modelId="{F22408C0-1AB9-BC4F-995E-4399630D6E06}">
      <dgm:prSet phldrT="[Text]"/>
      <dgm:spPr/>
      <dgm:t>
        <a:bodyPr/>
        <a:lstStyle/>
        <a:p>
          <a:r>
            <a:rPr lang="en-US" dirty="0"/>
            <a:t>Reading Buffer</a:t>
          </a:r>
        </a:p>
      </dgm:t>
    </dgm:pt>
    <dgm:pt modelId="{EE96E087-3023-7E4E-B7DF-FA88B4967BC8}" type="parTrans" cxnId="{83E5773B-C0BB-1B49-B9B3-14EE57E83655}">
      <dgm:prSet/>
      <dgm:spPr/>
      <dgm:t>
        <a:bodyPr/>
        <a:lstStyle/>
        <a:p>
          <a:endParaRPr lang="en-US"/>
        </a:p>
      </dgm:t>
    </dgm:pt>
    <dgm:pt modelId="{7B0DDEDD-12CA-B548-9670-BC9996708B45}" type="sibTrans" cxnId="{83E5773B-C0BB-1B49-B9B3-14EE57E83655}">
      <dgm:prSet/>
      <dgm:spPr/>
      <dgm:t>
        <a:bodyPr/>
        <a:lstStyle/>
        <a:p>
          <a:endParaRPr lang="en-US"/>
        </a:p>
      </dgm:t>
    </dgm:pt>
    <dgm:pt modelId="{3F57E8AC-7836-8245-AA7C-FAC1E3AAA649}">
      <dgm:prSet phldrT="[Text]"/>
      <dgm:spPr/>
      <dgm:t>
        <a:bodyPr/>
        <a:lstStyle/>
        <a:p>
          <a:endParaRPr lang="en-US" dirty="0"/>
        </a:p>
      </dgm:t>
    </dgm:pt>
    <dgm:pt modelId="{09F594BD-DD6F-5D47-B450-0B73B3DB3EFB}" type="parTrans" cxnId="{71E24FF4-854D-714E-B8F4-F2A8C71942E4}">
      <dgm:prSet/>
      <dgm:spPr/>
      <dgm:t>
        <a:bodyPr/>
        <a:lstStyle/>
        <a:p>
          <a:endParaRPr lang="en-US"/>
        </a:p>
      </dgm:t>
    </dgm:pt>
    <dgm:pt modelId="{4DA56E92-FA21-2240-8F38-70B3C09B98BE}" type="sibTrans" cxnId="{71E24FF4-854D-714E-B8F4-F2A8C71942E4}">
      <dgm:prSet/>
      <dgm:spPr/>
      <dgm:t>
        <a:bodyPr/>
        <a:lstStyle/>
        <a:p>
          <a:endParaRPr lang="en-US"/>
        </a:p>
      </dgm:t>
    </dgm:pt>
    <dgm:pt modelId="{A516045D-B876-7041-AA24-4D15A3934789}">
      <dgm:prSet phldrT="[Text]"/>
      <dgm:spPr/>
      <dgm:t>
        <a:bodyPr/>
        <a:lstStyle/>
        <a:p>
          <a:endParaRPr lang="en-US" dirty="0"/>
        </a:p>
      </dgm:t>
    </dgm:pt>
    <dgm:pt modelId="{927CB7C7-30FB-1A4E-8FC7-299D9F8BAE12}" type="parTrans" cxnId="{04ADA968-877C-7749-8BF6-8E32FFFCCFBC}">
      <dgm:prSet/>
      <dgm:spPr/>
      <dgm:t>
        <a:bodyPr/>
        <a:lstStyle/>
        <a:p>
          <a:endParaRPr lang="en-US"/>
        </a:p>
      </dgm:t>
    </dgm:pt>
    <dgm:pt modelId="{C18CF211-7BFE-4443-BF4D-D6BEF6B6F949}" type="sibTrans" cxnId="{04ADA968-877C-7749-8BF6-8E32FFFCCFBC}">
      <dgm:prSet/>
      <dgm:spPr/>
      <dgm:t>
        <a:bodyPr/>
        <a:lstStyle/>
        <a:p>
          <a:endParaRPr lang="en-US"/>
        </a:p>
      </dgm:t>
    </dgm:pt>
    <dgm:pt modelId="{696619DD-655D-914D-A160-CA67489C1AE2}">
      <dgm:prSet phldrT="[Text]"/>
      <dgm:spPr/>
      <dgm:t>
        <a:bodyPr/>
        <a:lstStyle/>
        <a:p>
          <a:endParaRPr lang="en-US" dirty="0"/>
        </a:p>
      </dgm:t>
    </dgm:pt>
    <dgm:pt modelId="{26519F41-6455-DE4D-8C8B-FF58F6F8ADB0}" type="parTrans" cxnId="{386EC0F5-DB7F-144D-B75D-98AD77C0AC2F}">
      <dgm:prSet/>
      <dgm:spPr/>
      <dgm:t>
        <a:bodyPr/>
        <a:lstStyle/>
        <a:p>
          <a:endParaRPr lang="en-US"/>
        </a:p>
      </dgm:t>
    </dgm:pt>
    <dgm:pt modelId="{4D626E16-B777-AC49-9948-D6C1CD42768F}" type="sibTrans" cxnId="{386EC0F5-DB7F-144D-B75D-98AD77C0AC2F}">
      <dgm:prSet/>
      <dgm:spPr/>
      <dgm:t>
        <a:bodyPr/>
        <a:lstStyle/>
        <a:p>
          <a:endParaRPr lang="en-US"/>
        </a:p>
      </dgm:t>
    </dgm:pt>
    <dgm:pt modelId="{E20E4E8E-6B76-794A-8A45-25D0FE4D3D73}">
      <dgm:prSet phldrT="[Text]"/>
      <dgm:spPr/>
      <dgm:t>
        <a:bodyPr/>
        <a:lstStyle/>
        <a:p>
          <a:endParaRPr lang="en-US" dirty="0"/>
        </a:p>
      </dgm:t>
    </dgm:pt>
    <dgm:pt modelId="{EC7A503D-C0F3-2D40-B777-89ABC3F021E9}" type="parTrans" cxnId="{C3E17522-EBC8-E343-B769-55D1B7AD8BA5}">
      <dgm:prSet/>
      <dgm:spPr/>
      <dgm:t>
        <a:bodyPr/>
        <a:lstStyle/>
        <a:p>
          <a:endParaRPr lang="en-US"/>
        </a:p>
      </dgm:t>
    </dgm:pt>
    <dgm:pt modelId="{CEB22B33-B080-7B41-9276-EF9946E4F79E}" type="sibTrans" cxnId="{C3E17522-EBC8-E343-B769-55D1B7AD8BA5}">
      <dgm:prSet/>
      <dgm:spPr/>
      <dgm:t>
        <a:bodyPr/>
        <a:lstStyle/>
        <a:p>
          <a:endParaRPr lang="en-US"/>
        </a:p>
      </dgm:t>
    </dgm:pt>
    <dgm:pt modelId="{50A369E0-D304-FD4C-9367-2580C40BC742}">
      <dgm:prSet phldrT="[Text]"/>
      <dgm:spPr/>
      <dgm:t>
        <a:bodyPr/>
        <a:lstStyle/>
        <a:p>
          <a:endParaRPr lang="en-US" dirty="0"/>
        </a:p>
      </dgm:t>
    </dgm:pt>
    <dgm:pt modelId="{1A9B3C58-4327-BB41-A03B-B413C5AE6228}" type="parTrans" cxnId="{0576595E-E9E0-E14B-8A53-6A9F615B7023}">
      <dgm:prSet/>
      <dgm:spPr/>
      <dgm:t>
        <a:bodyPr/>
        <a:lstStyle/>
        <a:p>
          <a:endParaRPr lang="en-US"/>
        </a:p>
      </dgm:t>
    </dgm:pt>
    <dgm:pt modelId="{983C84F0-D9C6-154E-9A15-4FE15D324B41}" type="sibTrans" cxnId="{0576595E-E9E0-E14B-8A53-6A9F615B7023}">
      <dgm:prSet/>
      <dgm:spPr/>
      <dgm:t>
        <a:bodyPr/>
        <a:lstStyle/>
        <a:p>
          <a:endParaRPr lang="en-US"/>
        </a:p>
      </dgm:t>
    </dgm:pt>
    <dgm:pt modelId="{1097075B-4264-1142-B809-152722BD54BC}" type="pres">
      <dgm:prSet presAssocID="{62568353-F0AB-324B-A2F2-221ED68F5F87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27807DE-B9E5-1C4F-83D6-953016408F6F}" type="pres">
      <dgm:prSet presAssocID="{20537658-6866-2747-87A5-B5B13246CF01}" presName="node" presStyleLbl="node1" presStyleIdx="0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BB8472B-437E-8549-98A4-A4065262A057}" type="pres">
      <dgm:prSet presAssocID="{0F0F16B9-936B-624E-8442-DA20DC496A86}" presName="sibTrans" presStyleLbl="sibTrans2D1" presStyleIdx="0" presStyleCnt="8"/>
      <dgm:spPr/>
      <dgm:t>
        <a:bodyPr/>
        <a:lstStyle/>
        <a:p>
          <a:endParaRPr lang="en-US"/>
        </a:p>
      </dgm:t>
    </dgm:pt>
    <dgm:pt modelId="{7C4EEC36-4453-CF42-A0CA-3B1A0CEDAC2B}" type="pres">
      <dgm:prSet presAssocID="{0F0F16B9-936B-624E-8442-DA20DC496A86}" presName="connectorText" presStyleLbl="sibTrans2D1" presStyleIdx="0" presStyleCnt="8"/>
      <dgm:spPr/>
      <dgm:t>
        <a:bodyPr/>
        <a:lstStyle/>
        <a:p>
          <a:endParaRPr lang="en-US"/>
        </a:p>
      </dgm:t>
    </dgm:pt>
    <dgm:pt modelId="{8AFB3C48-C564-114F-A75A-071573B369CA}" type="pres">
      <dgm:prSet presAssocID="{3F57E8AC-7836-8245-AA7C-FAC1E3AAA649}" presName="node" presStyleLbl="node1" presStyleIdx="1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524F538-389B-7542-B03E-25C7ED654301}" type="pres">
      <dgm:prSet presAssocID="{4DA56E92-FA21-2240-8F38-70B3C09B98BE}" presName="sibTrans" presStyleLbl="sibTrans2D1" presStyleIdx="1" presStyleCnt="8"/>
      <dgm:spPr/>
      <dgm:t>
        <a:bodyPr/>
        <a:lstStyle/>
        <a:p>
          <a:endParaRPr lang="en-US"/>
        </a:p>
      </dgm:t>
    </dgm:pt>
    <dgm:pt modelId="{36E57D6F-4155-4348-AC94-BFE5B271A6ED}" type="pres">
      <dgm:prSet presAssocID="{4DA56E92-FA21-2240-8F38-70B3C09B98BE}" presName="connectorText" presStyleLbl="sibTrans2D1" presStyleIdx="1" presStyleCnt="8"/>
      <dgm:spPr/>
      <dgm:t>
        <a:bodyPr/>
        <a:lstStyle/>
        <a:p>
          <a:endParaRPr lang="en-US"/>
        </a:p>
      </dgm:t>
    </dgm:pt>
    <dgm:pt modelId="{69906ED0-B63F-C945-B6F3-5C19B6B5D2C3}" type="pres">
      <dgm:prSet presAssocID="{696619DD-655D-914D-A160-CA67489C1AE2}" presName="node" presStyleLbl="node1" presStyleIdx="2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33B2B9-9B0B-EB40-B1C0-DA84967728AD}" type="pres">
      <dgm:prSet presAssocID="{4D626E16-B777-AC49-9948-D6C1CD42768F}" presName="sibTrans" presStyleLbl="sibTrans2D1" presStyleIdx="2" presStyleCnt="8"/>
      <dgm:spPr/>
      <dgm:t>
        <a:bodyPr/>
        <a:lstStyle/>
        <a:p>
          <a:endParaRPr lang="en-US"/>
        </a:p>
      </dgm:t>
    </dgm:pt>
    <dgm:pt modelId="{BFE91D93-82AC-D34A-BAFA-A66E285C3057}" type="pres">
      <dgm:prSet presAssocID="{4D626E16-B777-AC49-9948-D6C1CD42768F}" presName="connectorText" presStyleLbl="sibTrans2D1" presStyleIdx="2" presStyleCnt="8"/>
      <dgm:spPr/>
      <dgm:t>
        <a:bodyPr/>
        <a:lstStyle/>
        <a:p>
          <a:endParaRPr lang="en-US"/>
        </a:p>
      </dgm:t>
    </dgm:pt>
    <dgm:pt modelId="{85209EE3-15E3-584D-9E71-DF98BDE72DEC}" type="pres">
      <dgm:prSet presAssocID="{E20E4E8E-6B76-794A-8A45-25D0FE4D3D73}" presName="node" presStyleLbl="node1" presStyleIdx="3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DE1A2C-F6BE-DC46-88D3-A651EADCB8C4}" type="pres">
      <dgm:prSet presAssocID="{CEB22B33-B080-7B41-9276-EF9946E4F79E}" presName="sibTrans" presStyleLbl="sibTrans2D1" presStyleIdx="3" presStyleCnt="8"/>
      <dgm:spPr/>
      <dgm:t>
        <a:bodyPr/>
        <a:lstStyle/>
        <a:p>
          <a:endParaRPr lang="en-US"/>
        </a:p>
      </dgm:t>
    </dgm:pt>
    <dgm:pt modelId="{32C74E6D-8FE5-EA45-A669-50E2D1D7ADCD}" type="pres">
      <dgm:prSet presAssocID="{CEB22B33-B080-7B41-9276-EF9946E4F79E}" presName="connectorText" presStyleLbl="sibTrans2D1" presStyleIdx="3" presStyleCnt="8"/>
      <dgm:spPr/>
      <dgm:t>
        <a:bodyPr/>
        <a:lstStyle/>
        <a:p>
          <a:endParaRPr lang="en-US"/>
        </a:p>
      </dgm:t>
    </dgm:pt>
    <dgm:pt modelId="{864121F9-6F0D-D348-BA87-751F59430B01}" type="pres">
      <dgm:prSet presAssocID="{50A369E0-D304-FD4C-9367-2580C40BC742}" presName="node" presStyleLbl="node1" presStyleIdx="4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71C2F39-F86C-FF4E-82BD-04972B1D535F}" type="pres">
      <dgm:prSet presAssocID="{983C84F0-D9C6-154E-9A15-4FE15D324B41}" presName="sibTrans" presStyleLbl="sibTrans2D1" presStyleIdx="4" presStyleCnt="8"/>
      <dgm:spPr/>
      <dgm:t>
        <a:bodyPr/>
        <a:lstStyle/>
        <a:p>
          <a:endParaRPr lang="en-US"/>
        </a:p>
      </dgm:t>
    </dgm:pt>
    <dgm:pt modelId="{5838AC4E-1CA5-B14F-B038-3557594D5C33}" type="pres">
      <dgm:prSet presAssocID="{983C84F0-D9C6-154E-9A15-4FE15D324B41}" presName="connectorText" presStyleLbl="sibTrans2D1" presStyleIdx="4" presStyleCnt="8"/>
      <dgm:spPr/>
      <dgm:t>
        <a:bodyPr/>
        <a:lstStyle/>
        <a:p>
          <a:endParaRPr lang="en-US"/>
        </a:p>
      </dgm:t>
    </dgm:pt>
    <dgm:pt modelId="{4844EE80-845E-4046-9D0F-078E75CC6DC6}" type="pres">
      <dgm:prSet presAssocID="{A516045D-B876-7041-AA24-4D15A3934789}" presName="node" presStyleLbl="node1" presStyleIdx="5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F02CAD-7AD9-864B-9689-EF1EE114F7A7}" type="pres">
      <dgm:prSet presAssocID="{C18CF211-7BFE-4443-BF4D-D6BEF6B6F949}" presName="sibTrans" presStyleLbl="sibTrans2D1" presStyleIdx="5" presStyleCnt="8"/>
      <dgm:spPr/>
      <dgm:t>
        <a:bodyPr/>
        <a:lstStyle/>
        <a:p>
          <a:endParaRPr lang="en-US"/>
        </a:p>
      </dgm:t>
    </dgm:pt>
    <dgm:pt modelId="{75C07FFB-BE9E-0B42-A2D6-A36296DC2F12}" type="pres">
      <dgm:prSet presAssocID="{C18CF211-7BFE-4443-BF4D-D6BEF6B6F949}" presName="connectorText" presStyleLbl="sibTrans2D1" presStyleIdx="5" presStyleCnt="8"/>
      <dgm:spPr/>
      <dgm:t>
        <a:bodyPr/>
        <a:lstStyle/>
        <a:p>
          <a:endParaRPr lang="en-US"/>
        </a:p>
      </dgm:t>
    </dgm:pt>
    <dgm:pt modelId="{F672BF92-8950-4F4E-9565-EC9220EB082E}" type="pres">
      <dgm:prSet presAssocID="{F22408C0-1AB9-BC4F-995E-4399630D6E06}" presName="node" presStyleLbl="node1" presStyleIdx="6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67CAEB-DB61-A945-9DC7-0E432ED2A5BE}" type="pres">
      <dgm:prSet presAssocID="{7B0DDEDD-12CA-B548-9670-BC9996708B45}" presName="sibTrans" presStyleLbl="sibTrans2D1" presStyleIdx="6" presStyleCnt="8"/>
      <dgm:spPr/>
      <dgm:t>
        <a:bodyPr/>
        <a:lstStyle/>
        <a:p>
          <a:endParaRPr lang="en-US"/>
        </a:p>
      </dgm:t>
    </dgm:pt>
    <dgm:pt modelId="{BD360D09-434E-2E4C-979A-8A96F6CCB074}" type="pres">
      <dgm:prSet presAssocID="{7B0DDEDD-12CA-B548-9670-BC9996708B45}" presName="connectorText" presStyleLbl="sibTrans2D1" presStyleIdx="6" presStyleCnt="8"/>
      <dgm:spPr/>
      <dgm:t>
        <a:bodyPr/>
        <a:lstStyle/>
        <a:p>
          <a:endParaRPr lang="en-US"/>
        </a:p>
      </dgm:t>
    </dgm:pt>
    <dgm:pt modelId="{ED7BD019-18A8-4F41-B2DB-9D14B65D006D}" type="pres">
      <dgm:prSet presAssocID="{57B5ABA6-2A7F-024C-B0D9-A5B6D65197A4}" presName="node" presStyleLbl="node1" presStyleIdx="7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9BB509F-ACF7-014F-8B82-6EEFBD19EF59}" type="pres">
      <dgm:prSet presAssocID="{35E43437-7FD9-084F-8540-2F7EA379F9CC}" presName="sibTrans" presStyleLbl="sibTrans2D1" presStyleIdx="7" presStyleCnt="8"/>
      <dgm:spPr/>
      <dgm:t>
        <a:bodyPr/>
        <a:lstStyle/>
        <a:p>
          <a:endParaRPr lang="en-US"/>
        </a:p>
      </dgm:t>
    </dgm:pt>
    <dgm:pt modelId="{C5A13A89-2098-7E4C-A5D8-C9F669BB1A12}" type="pres">
      <dgm:prSet presAssocID="{35E43437-7FD9-084F-8540-2F7EA379F9CC}" presName="connectorText" presStyleLbl="sibTrans2D1" presStyleIdx="7" presStyleCnt="8"/>
      <dgm:spPr/>
      <dgm:t>
        <a:bodyPr/>
        <a:lstStyle/>
        <a:p>
          <a:endParaRPr lang="en-US"/>
        </a:p>
      </dgm:t>
    </dgm:pt>
  </dgm:ptLst>
  <dgm:cxnLst>
    <dgm:cxn modelId="{04ADA968-877C-7749-8BF6-8E32FFFCCFBC}" srcId="{62568353-F0AB-324B-A2F2-221ED68F5F87}" destId="{A516045D-B876-7041-AA24-4D15A3934789}" srcOrd="5" destOrd="0" parTransId="{927CB7C7-30FB-1A4E-8FC7-299D9F8BAE12}" sibTransId="{C18CF211-7BFE-4443-BF4D-D6BEF6B6F949}"/>
    <dgm:cxn modelId="{E6BBCDE2-77EF-C343-B3E1-8E30317CDCD8}" srcId="{62568353-F0AB-324B-A2F2-221ED68F5F87}" destId="{57B5ABA6-2A7F-024C-B0D9-A5B6D65197A4}" srcOrd="7" destOrd="0" parTransId="{A7FE29A9-CCE7-7E4B-9F50-8ED17CDFAD94}" sibTransId="{35E43437-7FD9-084F-8540-2F7EA379F9CC}"/>
    <dgm:cxn modelId="{6F06507A-96D0-5345-B116-F6579F749433}" type="presOf" srcId="{62568353-F0AB-324B-A2F2-221ED68F5F87}" destId="{1097075B-4264-1142-B809-152722BD54BC}" srcOrd="0" destOrd="0" presId="urn:microsoft.com/office/officeart/2005/8/layout/cycle2"/>
    <dgm:cxn modelId="{04170F97-24DC-6043-BADB-10082583D48D}" type="presOf" srcId="{983C84F0-D9C6-154E-9A15-4FE15D324B41}" destId="{5838AC4E-1CA5-B14F-B038-3557594D5C33}" srcOrd="1" destOrd="0" presId="urn:microsoft.com/office/officeart/2005/8/layout/cycle2"/>
    <dgm:cxn modelId="{386EC0F5-DB7F-144D-B75D-98AD77C0AC2F}" srcId="{62568353-F0AB-324B-A2F2-221ED68F5F87}" destId="{696619DD-655D-914D-A160-CA67489C1AE2}" srcOrd="2" destOrd="0" parTransId="{26519F41-6455-DE4D-8C8B-FF58F6F8ADB0}" sibTransId="{4D626E16-B777-AC49-9948-D6C1CD42768F}"/>
    <dgm:cxn modelId="{56F10620-43C0-F343-97F6-3F77016DF0A0}" type="presOf" srcId="{4DA56E92-FA21-2240-8F38-70B3C09B98BE}" destId="{36E57D6F-4155-4348-AC94-BFE5B271A6ED}" srcOrd="1" destOrd="0" presId="urn:microsoft.com/office/officeart/2005/8/layout/cycle2"/>
    <dgm:cxn modelId="{6BF13E4C-B262-4B48-AC96-7CA22CFE276A}" type="presOf" srcId="{CEB22B33-B080-7B41-9276-EF9946E4F79E}" destId="{32C74E6D-8FE5-EA45-A669-50E2D1D7ADCD}" srcOrd="1" destOrd="0" presId="urn:microsoft.com/office/officeart/2005/8/layout/cycle2"/>
    <dgm:cxn modelId="{0576595E-E9E0-E14B-8A53-6A9F615B7023}" srcId="{62568353-F0AB-324B-A2F2-221ED68F5F87}" destId="{50A369E0-D304-FD4C-9367-2580C40BC742}" srcOrd="4" destOrd="0" parTransId="{1A9B3C58-4327-BB41-A03B-B413C5AE6228}" sibTransId="{983C84F0-D9C6-154E-9A15-4FE15D324B41}"/>
    <dgm:cxn modelId="{AA1BF0D8-FE57-A743-89CF-5C9CD43116B0}" type="presOf" srcId="{35E43437-7FD9-084F-8540-2F7EA379F9CC}" destId="{C5A13A89-2098-7E4C-A5D8-C9F669BB1A12}" srcOrd="1" destOrd="0" presId="urn:microsoft.com/office/officeart/2005/8/layout/cycle2"/>
    <dgm:cxn modelId="{83014A5F-1AEF-6E46-9C5A-00903FC5E94F}" type="presOf" srcId="{7B0DDEDD-12CA-B548-9670-BC9996708B45}" destId="{D067CAEB-DB61-A945-9DC7-0E432ED2A5BE}" srcOrd="0" destOrd="0" presId="urn:microsoft.com/office/officeart/2005/8/layout/cycle2"/>
    <dgm:cxn modelId="{60F383F6-17C5-F541-B5D4-6BEB85B0D5A6}" type="presOf" srcId="{7B0DDEDD-12CA-B548-9670-BC9996708B45}" destId="{BD360D09-434E-2E4C-979A-8A96F6CCB074}" srcOrd="1" destOrd="0" presId="urn:microsoft.com/office/officeart/2005/8/layout/cycle2"/>
    <dgm:cxn modelId="{32196424-7FB8-8542-822D-52F6C24ADE06}" type="presOf" srcId="{983C84F0-D9C6-154E-9A15-4FE15D324B41}" destId="{571C2F39-F86C-FF4E-82BD-04972B1D535F}" srcOrd="0" destOrd="0" presId="urn:microsoft.com/office/officeart/2005/8/layout/cycle2"/>
    <dgm:cxn modelId="{7E1608B2-1FE0-CB42-9B19-43FD223AEB07}" type="presOf" srcId="{57B5ABA6-2A7F-024C-B0D9-A5B6D65197A4}" destId="{ED7BD019-18A8-4F41-B2DB-9D14B65D006D}" srcOrd="0" destOrd="0" presId="urn:microsoft.com/office/officeart/2005/8/layout/cycle2"/>
    <dgm:cxn modelId="{7A89E049-6E49-A64B-98EB-1E98AD15AF3A}" type="presOf" srcId="{696619DD-655D-914D-A160-CA67489C1AE2}" destId="{69906ED0-B63F-C945-B6F3-5C19B6B5D2C3}" srcOrd="0" destOrd="0" presId="urn:microsoft.com/office/officeart/2005/8/layout/cycle2"/>
    <dgm:cxn modelId="{D8AA37FB-43ED-3147-903D-E3528F7A732C}" type="presOf" srcId="{A516045D-B876-7041-AA24-4D15A3934789}" destId="{4844EE80-845E-4046-9D0F-078E75CC6DC6}" srcOrd="0" destOrd="0" presId="urn:microsoft.com/office/officeart/2005/8/layout/cycle2"/>
    <dgm:cxn modelId="{83E5773B-C0BB-1B49-B9B3-14EE57E83655}" srcId="{62568353-F0AB-324B-A2F2-221ED68F5F87}" destId="{F22408C0-1AB9-BC4F-995E-4399630D6E06}" srcOrd="6" destOrd="0" parTransId="{EE96E087-3023-7E4E-B7DF-FA88B4967BC8}" sibTransId="{7B0DDEDD-12CA-B548-9670-BC9996708B45}"/>
    <dgm:cxn modelId="{D3165CC7-ED70-5149-A6FF-BAC187CADF78}" type="presOf" srcId="{F22408C0-1AB9-BC4F-995E-4399630D6E06}" destId="{F672BF92-8950-4F4E-9565-EC9220EB082E}" srcOrd="0" destOrd="0" presId="urn:microsoft.com/office/officeart/2005/8/layout/cycle2"/>
    <dgm:cxn modelId="{47DC89A6-CCEA-2446-917C-CFA217F5709D}" type="presOf" srcId="{CEB22B33-B080-7B41-9276-EF9946E4F79E}" destId="{CADE1A2C-F6BE-DC46-88D3-A651EADCB8C4}" srcOrd="0" destOrd="0" presId="urn:microsoft.com/office/officeart/2005/8/layout/cycle2"/>
    <dgm:cxn modelId="{4B0644DD-50CF-A248-B51B-EA8695C1D8E5}" type="presOf" srcId="{C18CF211-7BFE-4443-BF4D-D6BEF6B6F949}" destId="{E0F02CAD-7AD9-864B-9689-EF1EE114F7A7}" srcOrd="0" destOrd="0" presId="urn:microsoft.com/office/officeart/2005/8/layout/cycle2"/>
    <dgm:cxn modelId="{14F96979-CA9F-6D4F-8DD1-EE42A406CA6F}" type="presOf" srcId="{35E43437-7FD9-084F-8540-2F7EA379F9CC}" destId="{59BB509F-ACF7-014F-8B82-6EEFBD19EF59}" srcOrd="0" destOrd="0" presId="urn:microsoft.com/office/officeart/2005/8/layout/cycle2"/>
    <dgm:cxn modelId="{71E24FF4-854D-714E-B8F4-F2A8C71942E4}" srcId="{62568353-F0AB-324B-A2F2-221ED68F5F87}" destId="{3F57E8AC-7836-8245-AA7C-FAC1E3AAA649}" srcOrd="1" destOrd="0" parTransId="{09F594BD-DD6F-5D47-B450-0B73B3DB3EFB}" sibTransId="{4DA56E92-FA21-2240-8F38-70B3C09B98BE}"/>
    <dgm:cxn modelId="{21635ED9-50F5-8C4E-914E-7D1D82AA603C}" type="presOf" srcId="{4D626E16-B777-AC49-9948-D6C1CD42768F}" destId="{BFE91D93-82AC-D34A-BAFA-A66E285C3057}" srcOrd="1" destOrd="0" presId="urn:microsoft.com/office/officeart/2005/8/layout/cycle2"/>
    <dgm:cxn modelId="{CA309B2D-0974-2B46-8417-986291ACCA54}" type="presOf" srcId="{4D626E16-B777-AC49-9948-D6C1CD42768F}" destId="{F933B2B9-9B0B-EB40-B1C0-DA84967728AD}" srcOrd="0" destOrd="0" presId="urn:microsoft.com/office/officeart/2005/8/layout/cycle2"/>
    <dgm:cxn modelId="{C27A1BD8-EA99-5944-9E35-31E3E63301BF}" type="presOf" srcId="{E20E4E8E-6B76-794A-8A45-25D0FE4D3D73}" destId="{85209EE3-15E3-584D-9E71-DF98BDE72DEC}" srcOrd="0" destOrd="0" presId="urn:microsoft.com/office/officeart/2005/8/layout/cycle2"/>
    <dgm:cxn modelId="{BCD50132-64EE-244D-9466-699646758C6B}" type="presOf" srcId="{3F57E8AC-7836-8245-AA7C-FAC1E3AAA649}" destId="{8AFB3C48-C564-114F-A75A-071573B369CA}" srcOrd="0" destOrd="0" presId="urn:microsoft.com/office/officeart/2005/8/layout/cycle2"/>
    <dgm:cxn modelId="{6A3D4024-CA21-024E-B8CD-D2E74FC59F13}" type="presOf" srcId="{0F0F16B9-936B-624E-8442-DA20DC496A86}" destId="{4BB8472B-437E-8549-98A4-A4065262A057}" srcOrd="0" destOrd="0" presId="urn:microsoft.com/office/officeart/2005/8/layout/cycle2"/>
    <dgm:cxn modelId="{DB52CD8E-FE74-F041-B4DB-BB452C0C5296}" type="presOf" srcId="{50A369E0-D304-FD4C-9367-2580C40BC742}" destId="{864121F9-6F0D-D348-BA87-751F59430B01}" srcOrd="0" destOrd="0" presId="urn:microsoft.com/office/officeart/2005/8/layout/cycle2"/>
    <dgm:cxn modelId="{08E5DB14-F340-744E-B89D-ABE0D0526CE3}" srcId="{62568353-F0AB-324B-A2F2-221ED68F5F87}" destId="{20537658-6866-2747-87A5-B5B13246CF01}" srcOrd="0" destOrd="0" parTransId="{FA588BFE-6284-2944-AC3F-B396BE12E8FD}" sibTransId="{0F0F16B9-936B-624E-8442-DA20DC496A86}"/>
    <dgm:cxn modelId="{C3E17522-EBC8-E343-B769-55D1B7AD8BA5}" srcId="{62568353-F0AB-324B-A2F2-221ED68F5F87}" destId="{E20E4E8E-6B76-794A-8A45-25D0FE4D3D73}" srcOrd="3" destOrd="0" parTransId="{EC7A503D-C0F3-2D40-B777-89ABC3F021E9}" sibTransId="{CEB22B33-B080-7B41-9276-EF9946E4F79E}"/>
    <dgm:cxn modelId="{A8D57C3E-7DAD-B741-94E8-E81F251A436C}" type="presOf" srcId="{C18CF211-7BFE-4443-BF4D-D6BEF6B6F949}" destId="{75C07FFB-BE9E-0B42-A2D6-A36296DC2F12}" srcOrd="1" destOrd="0" presId="urn:microsoft.com/office/officeart/2005/8/layout/cycle2"/>
    <dgm:cxn modelId="{EAB87BCF-C173-2A44-A3CC-445DEC812A5F}" type="presOf" srcId="{4DA56E92-FA21-2240-8F38-70B3C09B98BE}" destId="{C524F538-389B-7542-B03E-25C7ED654301}" srcOrd="0" destOrd="0" presId="urn:microsoft.com/office/officeart/2005/8/layout/cycle2"/>
    <dgm:cxn modelId="{0CF2DB27-2882-CB4C-B7B0-5FA05C62A02D}" type="presOf" srcId="{20537658-6866-2747-87A5-B5B13246CF01}" destId="{827807DE-B9E5-1C4F-83D6-953016408F6F}" srcOrd="0" destOrd="0" presId="urn:microsoft.com/office/officeart/2005/8/layout/cycle2"/>
    <dgm:cxn modelId="{F68D8A0B-ABD7-C84A-9A5D-63490284988C}" type="presOf" srcId="{0F0F16B9-936B-624E-8442-DA20DC496A86}" destId="{7C4EEC36-4453-CF42-A0CA-3B1A0CEDAC2B}" srcOrd="1" destOrd="0" presId="urn:microsoft.com/office/officeart/2005/8/layout/cycle2"/>
    <dgm:cxn modelId="{B75314CD-A2FE-254D-B7B0-C2542CCA5B02}" type="presParOf" srcId="{1097075B-4264-1142-B809-152722BD54BC}" destId="{827807DE-B9E5-1C4F-83D6-953016408F6F}" srcOrd="0" destOrd="0" presId="urn:microsoft.com/office/officeart/2005/8/layout/cycle2"/>
    <dgm:cxn modelId="{078A3C99-DD3E-8D45-97BF-33F32583A1CC}" type="presParOf" srcId="{1097075B-4264-1142-B809-152722BD54BC}" destId="{4BB8472B-437E-8549-98A4-A4065262A057}" srcOrd="1" destOrd="0" presId="urn:microsoft.com/office/officeart/2005/8/layout/cycle2"/>
    <dgm:cxn modelId="{CFC0F356-EF62-FD4A-9EB6-BBFDDA6BB7AB}" type="presParOf" srcId="{4BB8472B-437E-8549-98A4-A4065262A057}" destId="{7C4EEC36-4453-CF42-A0CA-3B1A0CEDAC2B}" srcOrd="0" destOrd="0" presId="urn:microsoft.com/office/officeart/2005/8/layout/cycle2"/>
    <dgm:cxn modelId="{AAD72B98-EBD6-4842-94DC-A702B98A7276}" type="presParOf" srcId="{1097075B-4264-1142-B809-152722BD54BC}" destId="{8AFB3C48-C564-114F-A75A-071573B369CA}" srcOrd="2" destOrd="0" presId="urn:microsoft.com/office/officeart/2005/8/layout/cycle2"/>
    <dgm:cxn modelId="{FEEE0F44-AC5A-2C46-8EAB-6FF031532030}" type="presParOf" srcId="{1097075B-4264-1142-B809-152722BD54BC}" destId="{C524F538-389B-7542-B03E-25C7ED654301}" srcOrd="3" destOrd="0" presId="urn:microsoft.com/office/officeart/2005/8/layout/cycle2"/>
    <dgm:cxn modelId="{98873BEC-1DE3-D341-BB10-994435054632}" type="presParOf" srcId="{C524F538-389B-7542-B03E-25C7ED654301}" destId="{36E57D6F-4155-4348-AC94-BFE5B271A6ED}" srcOrd="0" destOrd="0" presId="urn:microsoft.com/office/officeart/2005/8/layout/cycle2"/>
    <dgm:cxn modelId="{5ABBC12F-6B38-CE43-8D1B-AFCCE47DF4BB}" type="presParOf" srcId="{1097075B-4264-1142-B809-152722BD54BC}" destId="{69906ED0-B63F-C945-B6F3-5C19B6B5D2C3}" srcOrd="4" destOrd="0" presId="urn:microsoft.com/office/officeart/2005/8/layout/cycle2"/>
    <dgm:cxn modelId="{A70B4728-59FC-9F44-B89E-A40392D4AC7B}" type="presParOf" srcId="{1097075B-4264-1142-B809-152722BD54BC}" destId="{F933B2B9-9B0B-EB40-B1C0-DA84967728AD}" srcOrd="5" destOrd="0" presId="urn:microsoft.com/office/officeart/2005/8/layout/cycle2"/>
    <dgm:cxn modelId="{83F4514A-A46B-8948-B9F7-8EDF9F1CC704}" type="presParOf" srcId="{F933B2B9-9B0B-EB40-B1C0-DA84967728AD}" destId="{BFE91D93-82AC-D34A-BAFA-A66E285C3057}" srcOrd="0" destOrd="0" presId="urn:microsoft.com/office/officeart/2005/8/layout/cycle2"/>
    <dgm:cxn modelId="{2111E4F0-BA04-924E-B570-81EDB10B6867}" type="presParOf" srcId="{1097075B-4264-1142-B809-152722BD54BC}" destId="{85209EE3-15E3-584D-9E71-DF98BDE72DEC}" srcOrd="6" destOrd="0" presId="urn:microsoft.com/office/officeart/2005/8/layout/cycle2"/>
    <dgm:cxn modelId="{236B013A-DE94-B74D-82D2-D5D8F597AF1B}" type="presParOf" srcId="{1097075B-4264-1142-B809-152722BD54BC}" destId="{CADE1A2C-F6BE-DC46-88D3-A651EADCB8C4}" srcOrd="7" destOrd="0" presId="urn:microsoft.com/office/officeart/2005/8/layout/cycle2"/>
    <dgm:cxn modelId="{82501FA5-BC9D-B041-864E-4C814BCC9C88}" type="presParOf" srcId="{CADE1A2C-F6BE-DC46-88D3-A651EADCB8C4}" destId="{32C74E6D-8FE5-EA45-A669-50E2D1D7ADCD}" srcOrd="0" destOrd="0" presId="urn:microsoft.com/office/officeart/2005/8/layout/cycle2"/>
    <dgm:cxn modelId="{E2A884DF-7F0F-494C-A46F-90390949385C}" type="presParOf" srcId="{1097075B-4264-1142-B809-152722BD54BC}" destId="{864121F9-6F0D-D348-BA87-751F59430B01}" srcOrd="8" destOrd="0" presId="urn:microsoft.com/office/officeart/2005/8/layout/cycle2"/>
    <dgm:cxn modelId="{CD28BDAC-1368-0E43-ABF2-936ABC53EAA5}" type="presParOf" srcId="{1097075B-4264-1142-B809-152722BD54BC}" destId="{571C2F39-F86C-FF4E-82BD-04972B1D535F}" srcOrd="9" destOrd="0" presId="urn:microsoft.com/office/officeart/2005/8/layout/cycle2"/>
    <dgm:cxn modelId="{711C7057-3F22-9542-AED3-A79F5CEB4370}" type="presParOf" srcId="{571C2F39-F86C-FF4E-82BD-04972B1D535F}" destId="{5838AC4E-1CA5-B14F-B038-3557594D5C33}" srcOrd="0" destOrd="0" presId="urn:microsoft.com/office/officeart/2005/8/layout/cycle2"/>
    <dgm:cxn modelId="{8B43423F-B665-DB41-9625-4A5738C114EE}" type="presParOf" srcId="{1097075B-4264-1142-B809-152722BD54BC}" destId="{4844EE80-845E-4046-9D0F-078E75CC6DC6}" srcOrd="10" destOrd="0" presId="urn:microsoft.com/office/officeart/2005/8/layout/cycle2"/>
    <dgm:cxn modelId="{7C22C017-B209-E047-8034-D8E3C605F96F}" type="presParOf" srcId="{1097075B-4264-1142-B809-152722BD54BC}" destId="{E0F02CAD-7AD9-864B-9689-EF1EE114F7A7}" srcOrd="11" destOrd="0" presId="urn:microsoft.com/office/officeart/2005/8/layout/cycle2"/>
    <dgm:cxn modelId="{76AC23B6-2827-C748-A743-1CB2FB6CB5D6}" type="presParOf" srcId="{E0F02CAD-7AD9-864B-9689-EF1EE114F7A7}" destId="{75C07FFB-BE9E-0B42-A2D6-A36296DC2F12}" srcOrd="0" destOrd="0" presId="urn:microsoft.com/office/officeart/2005/8/layout/cycle2"/>
    <dgm:cxn modelId="{CB84631B-2A88-AC43-85A9-4AA2C24AB03F}" type="presParOf" srcId="{1097075B-4264-1142-B809-152722BD54BC}" destId="{F672BF92-8950-4F4E-9565-EC9220EB082E}" srcOrd="12" destOrd="0" presId="urn:microsoft.com/office/officeart/2005/8/layout/cycle2"/>
    <dgm:cxn modelId="{5742C85D-44D1-AA4D-ACCD-1B84874DC00A}" type="presParOf" srcId="{1097075B-4264-1142-B809-152722BD54BC}" destId="{D067CAEB-DB61-A945-9DC7-0E432ED2A5BE}" srcOrd="13" destOrd="0" presId="urn:microsoft.com/office/officeart/2005/8/layout/cycle2"/>
    <dgm:cxn modelId="{82009369-C916-2D47-944F-828EEC299F02}" type="presParOf" srcId="{D067CAEB-DB61-A945-9DC7-0E432ED2A5BE}" destId="{BD360D09-434E-2E4C-979A-8A96F6CCB074}" srcOrd="0" destOrd="0" presId="urn:microsoft.com/office/officeart/2005/8/layout/cycle2"/>
    <dgm:cxn modelId="{31AB71E3-6B76-E34F-A659-E42045A0D0F3}" type="presParOf" srcId="{1097075B-4264-1142-B809-152722BD54BC}" destId="{ED7BD019-18A8-4F41-B2DB-9D14B65D006D}" srcOrd="14" destOrd="0" presId="urn:microsoft.com/office/officeart/2005/8/layout/cycle2"/>
    <dgm:cxn modelId="{76E551D1-E2A4-A944-AEC7-8A4DEDBA86A4}" type="presParOf" srcId="{1097075B-4264-1142-B809-152722BD54BC}" destId="{59BB509F-ACF7-014F-8B82-6EEFBD19EF59}" srcOrd="15" destOrd="0" presId="urn:microsoft.com/office/officeart/2005/8/layout/cycle2"/>
    <dgm:cxn modelId="{251220A2-E8A1-BE45-A9AF-CC8DCFB11918}" type="presParOf" srcId="{59BB509F-ACF7-014F-8B82-6EEFBD19EF59}" destId="{C5A13A89-2098-7E4C-A5D8-C9F669BB1A12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9DFD68-3472-F941-8EE5-48E449F30675}" type="doc">
      <dgm:prSet loTypeId="urn:microsoft.com/office/officeart/2005/8/layout/cycle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7BB14AA-7CBA-1D4D-A410-2447CD09D31D}">
      <dgm:prSet phldrT="[Text]"/>
      <dgm:spPr/>
      <dgm:t>
        <a:bodyPr/>
        <a:lstStyle/>
        <a:p>
          <a:r>
            <a:rPr lang="en-US" dirty="0"/>
            <a:t>There is trigger interrupt and ADC completed reading N samples</a:t>
          </a:r>
        </a:p>
      </dgm:t>
    </dgm:pt>
    <dgm:pt modelId="{425E76F6-510D-0F42-BBFB-260B23DD73D6}" type="parTrans" cxnId="{21277916-A36E-9E4F-A094-5D98EC62261F}">
      <dgm:prSet/>
      <dgm:spPr/>
      <dgm:t>
        <a:bodyPr/>
        <a:lstStyle/>
        <a:p>
          <a:endParaRPr lang="en-US"/>
        </a:p>
      </dgm:t>
    </dgm:pt>
    <dgm:pt modelId="{60339597-9B1E-6249-A62B-2399394EB41E}" type="sibTrans" cxnId="{21277916-A36E-9E4F-A094-5D98EC62261F}">
      <dgm:prSet/>
      <dgm:spPr/>
      <dgm:t>
        <a:bodyPr/>
        <a:lstStyle/>
        <a:p>
          <a:endParaRPr lang="en-US"/>
        </a:p>
      </dgm:t>
    </dgm:pt>
    <dgm:pt modelId="{38BA66DA-65CC-5947-83BA-E7AE2759A195}">
      <dgm:prSet phldrT="[Text]"/>
      <dgm:spPr/>
      <dgm:t>
        <a:bodyPr/>
        <a:lstStyle/>
        <a:p>
          <a:r>
            <a:rPr lang="en-US" dirty="0"/>
            <a:t>CPU starts ADC and DMA to read N samples</a:t>
          </a:r>
        </a:p>
      </dgm:t>
    </dgm:pt>
    <dgm:pt modelId="{3302F3CD-ECEE-2B44-8068-4752E7FA3EFF}" type="parTrans" cxnId="{D1704329-F327-D24A-860B-ACD67473B0AE}">
      <dgm:prSet/>
      <dgm:spPr/>
      <dgm:t>
        <a:bodyPr/>
        <a:lstStyle/>
        <a:p>
          <a:endParaRPr lang="en-US"/>
        </a:p>
      </dgm:t>
    </dgm:pt>
    <dgm:pt modelId="{907BD2FE-2A64-164E-8D6E-7E7D22FBE2EE}" type="sibTrans" cxnId="{D1704329-F327-D24A-860B-ACD67473B0AE}">
      <dgm:prSet/>
      <dgm:spPr/>
      <dgm:t>
        <a:bodyPr/>
        <a:lstStyle/>
        <a:p>
          <a:endParaRPr lang="en-US"/>
        </a:p>
      </dgm:t>
    </dgm:pt>
    <dgm:pt modelId="{8E7D34F5-42AA-7040-946F-E0A09BDC1659}">
      <dgm:prSet phldrT="[Text]"/>
      <dgm:spPr/>
      <dgm:t>
        <a:bodyPr/>
        <a:lstStyle/>
        <a:p>
          <a:r>
            <a:rPr lang="en-US" dirty="0"/>
            <a:t>DMA copies N samples to a buffer</a:t>
          </a:r>
        </a:p>
      </dgm:t>
    </dgm:pt>
    <dgm:pt modelId="{E7151B67-7436-B34A-8281-8CC4E584FAC1}" type="parTrans" cxnId="{5AF9E561-461B-5846-A517-FF09F1D68FC2}">
      <dgm:prSet/>
      <dgm:spPr/>
      <dgm:t>
        <a:bodyPr/>
        <a:lstStyle/>
        <a:p>
          <a:endParaRPr lang="en-US"/>
        </a:p>
      </dgm:t>
    </dgm:pt>
    <dgm:pt modelId="{3D5821F6-063A-D445-9D60-3E40AED79096}" type="sibTrans" cxnId="{5AF9E561-461B-5846-A517-FF09F1D68FC2}">
      <dgm:prSet/>
      <dgm:spPr/>
      <dgm:t>
        <a:bodyPr/>
        <a:lstStyle/>
        <a:p>
          <a:endParaRPr lang="en-US"/>
        </a:p>
      </dgm:t>
    </dgm:pt>
    <dgm:pt modelId="{17554D3B-D5CD-C045-ABE1-492D5E360EB7}">
      <dgm:prSet phldrT="[Text]"/>
      <dgm:spPr/>
      <dgm:t>
        <a:bodyPr/>
        <a:lstStyle/>
        <a:p>
          <a:r>
            <a:rPr lang="en-US" dirty="0"/>
            <a:t>ADC reads N samples</a:t>
          </a:r>
        </a:p>
      </dgm:t>
    </dgm:pt>
    <dgm:pt modelId="{38768E61-DEA4-0444-9245-CA40CCC38FEC}" type="parTrans" cxnId="{2E07AE83-AC90-6046-9321-EE4A50FA7BB7}">
      <dgm:prSet/>
      <dgm:spPr/>
      <dgm:t>
        <a:bodyPr/>
        <a:lstStyle/>
        <a:p>
          <a:endParaRPr lang="en-US"/>
        </a:p>
      </dgm:t>
    </dgm:pt>
    <dgm:pt modelId="{1D96581A-781A-6641-8666-AAEFF5CB7112}" type="sibTrans" cxnId="{2E07AE83-AC90-6046-9321-EE4A50FA7BB7}">
      <dgm:prSet/>
      <dgm:spPr/>
      <dgm:t>
        <a:bodyPr/>
        <a:lstStyle/>
        <a:p>
          <a:endParaRPr lang="en-US"/>
        </a:p>
      </dgm:t>
    </dgm:pt>
    <dgm:pt modelId="{3EE51ED2-D292-F54C-97EF-A66124103F3C}" type="pres">
      <dgm:prSet presAssocID="{E19DFD68-3472-F941-8EE5-48E449F3067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19F8C99-498F-8448-BF39-21103B3867CD}" type="pres">
      <dgm:prSet presAssocID="{87BB14AA-7CBA-1D4D-A410-2447CD09D31D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8D87AA-74CC-8445-BE40-996FBA8C5E42}" type="pres">
      <dgm:prSet presAssocID="{87BB14AA-7CBA-1D4D-A410-2447CD09D31D}" presName="spNode" presStyleCnt="0"/>
      <dgm:spPr/>
    </dgm:pt>
    <dgm:pt modelId="{CBEFCFA4-DBEE-5041-A0EE-3D70327748F6}" type="pres">
      <dgm:prSet presAssocID="{60339597-9B1E-6249-A62B-2399394EB41E}" presName="sibTrans" presStyleLbl="sibTrans1D1" presStyleIdx="0" presStyleCnt="4"/>
      <dgm:spPr/>
      <dgm:t>
        <a:bodyPr/>
        <a:lstStyle/>
        <a:p>
          <a:endParaRPr lang="en-US"/>
        </a:p>
      </dgm:t>
    </dgm:pt>
    <dgm:pt modelId="{57FBB5C0-479C-314E-B997-3129E1178B9A}" type="pres">
      <dgm:prSet presAssocID="{38BA66DA-65CC-5947-83BA-E7AE2759A195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11B633-83FA-744E-BC1C-B3BC4F5F390C}" type="pres">
      <dgm:prSet presAssocID="{38BA66DA-65CC-5947-83BA-E7AE2759A195}" presName="spNode" presStyleCnt="0"/>
      <dgm:spPr/>
    </dgm:pt>
    <dgm:pt modelId="{7F572259-AABD-604C-AD25-E9F7AEC0DBE4}" type="pres">
      <dgm:prSet presAssocID="{907BD2FE-2A64-164E-8D6E-7E7D22FBE2EE}" presName="sibTrans" presStyleLbl="sibTrans1D1" presStyleIdx="1" presStyleCnt="4"/>
      <dgm:spPr/>
      <dgm:t>
        <a:bodyPr/>
        <a:lstStyle/>
        <a:p>
          <a:endParaRPr lang="en-US"/>
        </a:p>
      </dgm:t>
    </dgm:pt>
    <dgm:pt modelId="{77F1E49C-8989-B440-85F9-AB584255B430}" type="pres">
      <dgm:prSet presAssocID="{17554D3B-D5CD-C045-ABE1-492D5E360EB7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752E40-F290-1E44-A842-C9BC68E22904}" type="pres">
      <dgm:prSet presAssocID="{17554D3B-D5CD-C045-ABE1-492D5E360EB7}" presName="spNode" presStyleCnt="0"/>
      <dgm:spPr/>
    </dgm:pt>
    <dgm:pt modelId="{42DABB37-C366-FE43-BCCE-1D5650FB1345}" type="pres">
      <dgm:prSet presAssocID="{1D96581A-781A-6641-8666-AAEFF5CB7112}" presName="sibTrans" presStyleLbl="sibTrans1D1" presStyleIdx="2" presStyleCnt="4"/>
      <dgm:spPr/>
      <dgm:t>
        <a:bodyPr/>
        <a:lstStyle/>
        <a:p>
          <a:endParaRPr lang="en-US"/>
        </a:p>
      </dgm:t>
    </dgm:pt>
    <dgm:pt modelId="{6891C759-787F-3645-8EEB-39AB7EFCB09B}" type="pres">
      <dgm:prSet presAssocID="{8E7D34F5-42AA-7040-946F-E0A09BDC1659}" presName="node" presStyleLbl="node1" presStyleIdx="3" presStyleCnt="4" custRadScaleRad="107109" custRadScaleInc="-2099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BF7AA4-D486-E14D-A77B-942F9F812945}" type="pres">
      <dgm:prSet presAssocID="{8E7D34F5-42AA-7040-946F-E0A09BDC1659}" presName="spNode" presStyleCnt="0"/>
      <dgm:spPr/>
    </dgm:pt>
    <dgm:pt modelId="{B8A9004F-0892-9845-8BBF-F03C1734317C}" type="pres">
      <dgm:prSet presAssocID="{3D5821F6-063A-D445-9D60-3E40AED79096}" presName="sibTrans" presStyleLbl="sibTrans1D1" presStyleIdx="3" presStyleCnt="4"/>
      <dgm:spPr/>
      <dgm:t>
        <a:bodyPr/>
        <a:lstStyle/>
        <a:p>
          <a:endParaRPr lang="en-US"/>
        </a:p>
      </dgm:t>
    </dgm:pt>
  </dgm:ptLst>
  <dgm:cxnLst>
    <dgm:cxn modelId="{073DFC2E-E3B2-6440-9EBE-04F36121C451}" type="presOf" srcId="{87BB14AA-7CBA-1D4D-A410-2447CD09D31D}" destId="{319F8C99-498F-8448-BF39-21103B3867CD}" srcOrd="0" destOrd="0" presId="urn:microsoft.com/office/officeart/2005/8/layout/cycle5"/>
    <dgm:cxn modelId="{F5883116-28C2-CF4C-BF9B-7F67E8EC82FF}" type="presOf" srcId="{60339597-9B1E-6249-A62B-2399394EB41E}" destId="{CBEFCFA4-DBEE-5041-A0EE-3D70327748F6}" srcOrd="0" destOrd="0" presId="urn:microsoft.com/office/officeart/2005/8/layout/cycle5"/>
    <dgm:cxn modelId="{B2E2B596-C30C-FA4E-AB4C-3BD4ECBC50F1}" type="presOf" srcId="{3D5821F6-063A-D445-9D60-3E40AED79096}" destId="{B8A9004F-0892-9845-8BBF-F03C1734317C}" srcOrd="0" destOrd="0" presId="urn:microsoft.com/office/officeart/2005/8/layout/cycle5"/>
    <dgm:cxn modelId="{A26E0EC4-E422-1046-B8ED-D1E3A0862278}" type="presOf" srcId="{38BA66DA-65CC-5947-83BA-E7AE2759A195}" destId="{57FBB5C0-479C-314E-B997-3129E1178B9A}" srcOrd="0" destOrd="0" presId="urn:microsoft.com/office/officeart/2005/8/layout/cycle5"/>
    <dgm:cxn modelId="{033ABDD2-AA87-164F-B779-EDA7AFC32D4D}" type="presOf" srcId="{8E7D34F5-42AA-7040-946F-E0A09BDC1659}" destId="{6891C759-787F-3645-8EEB-39AB7EFCB09B}" srcOrd="0" destOrd="0" presId="urn:microsoft.com/office/officeart/2005/8/layout/cycle5"/>
    <dgm:cxn modelId="{D355C782-245C-DF4B-B67D-DC84A7EECA0B}" type="presOf" srcId="{17554D3B-D5CD-C045-ABE1-492D5E360EB7}" destId="{77F1E49C-8989-B440-85F9-AB584255B430}" srcOrd="0" destOrd="0" presId="urn:microsoft.com/office/officeart/2005/8/layout/cycle5"/>
    <dgm:cxn modelId="{D5F657D9-2537-F84A-873F-25097AE5DC60}" type="presOf" srcId="{907BD2FE-2A64-164E-8D6E-7E7D22FBE2EE}" destId="{7F572259-AABD-604C-AD25-E9F7AEC0DBE4}" srcOrd="0" destOrd="0" presId="urn:microsoft.com/office/officeart/2005/8/layout/cycle5"/>
    <dgm:cxn modelId="{21277916-A36E-9E4F-A094-5D98EC62261F}" srcId="{E19DFD68-3472-F941-8EE5-48E449F30675}" destId="{87BB14AA-7CBA-1D4D-A410-2447CD09D31D}" srcOrd="0" destOrd="0" parTransId="{425E76F6-510D-0F42-BBFB-260B23DD73D6}" sibTransId="{60339597-9B1E-6249-A62B-2399394EB41E}"/>
    <dgm:cxn modelId="{5AF9E561-461B-5846-A517-FF09F1D68FC2}" srcId="{E19DFD68-3472-F941-8EE5-48E449F30675}" destId="{8E7D34F5-42AA-7040-946F-E0A09BDC1659}" srcOrd="3" destOrd="0" parTransId="{E7151B67-7436-B34A-8281-8CC4E584FAC1}" sibTransId="{3D5821F6-063A-D445-9D60-3E40AED79096}"/>
    <dgm:cxn modelId="{2A05AFB5-E1B6-FA46-A1D7-841A084CDB0C}" type="presOf" srcId="{1D96581A-781A-6641-8666-AAEFF5CB7112}" destId="{42DABB37-C366-FE43-BCCE-1D5650FB1345}" srcOrd="0" destOrd="0" presId="urn:microsoft.com/office/officeart/2005/8/layout/cycle5"/>
    <dgm:cxn modelId="{10F6AD73-897F-684E-BB4E-D752DEE52867}" type="presOf" srcId="{E19DFD68-3472-F941-8EE5-48E449F30675}" destId="{3EE51ED2-D292-F54C-97EF-A66124103F3C}" srcOrd="0" destOrd="0" presId="urn:microsoft.com/office/officeart/2005/8/layout/cycle5"/>
    <dgm:cxn modelId="{D1704329-F327-D24A-860B-ACD67473B0AE}" srcId="{E19DFD68-3472-F941-8EE5-48E449F30675}" destId="{38BA66DA-65CC-5947-83BA-E7AE2759A195}" srcOrd="1" destOrd="0" parTransId="{3302F3CD-ECEE-2B44-8068-4752E7FA3EFF}" sibTransId="{907BD2FE-2A64-164E-8D6E-7E7D22FBE2EE}"/>
    <dgm:cxn modelId="{2E07AE83-AC90-6046-9321-EE4A50FA7BB7}" srcId="{E19DFD68-3472-F941-8EE5-48E449F30675}" destId="{17554D3B-D5CD-C045-ABE1-492D5E360EB7}" srcOrd="2" destOrd="0" parTransId="{38768E61-DEA4-0444-9245-CA40CCC38FEC}" sibTransId="{1D96581A-781A-6641-8666-AAEFF5CB7112}"/>
    <dgm:cxn modelId="{DB34F31D-2D5F-EC40-B27F-E793CD7DCAE5}" type="presParOf" srcId="{3EE51ED2-D292-F54C-97EF-A66124103F3C}" destId="{319F8C99-498F-8448-BF39-21103B3867CD}" srcOrd="0" destOrd="0" presId="urn:microsoft.com/office/officeart/2005/8/layout/cycle5"/>
    <dgm:cxn modelId="{A1A454A3-82DD-D04A-B5A9-39AD5D0CC2B2}" type="presParOf" srcId="{3EE51ED2-D292-F54C-97EF-A66124103F3C}" destId="{898D87AA-74CC-8445-BE40-996FBA8C5E42}" srcOrd="1" destOrd="0" presId="urn:microsoft.com/office/officeart/2005/8/layout/cycle5"/>
    <dgm:cxn modelId="{0FE466CA-BFF1-2144-8B25-5CF864D93019}" type="presParOf" srcId="{3EE51ED2-D292-F54C-97EF-A66124103F3C}" destId="{CBEFCFA4-DBEE-5041-A0EE-3D70327748F6}" srcOrd="2" destOrd="0" presId="urn:microsoft.com/office/officeart/2005/8/layout/cycle5"/>
    <dgm:cxn modelId="{8320720C-B389-FD4D-844B-D005A9397042}" type="presParOf" srcId="{3EE51ED2-D292-F54C-97EF-A66124103F3C}" destId="{57FBB5C0-479C-314E-B997-3129E1178B9A}" srcOrd="3" destOrd="0" presId="urn:microsoft.com/office/officeart/2005/8/layout/cycle5"/>
    <dgm:cxn modelId="{8A7A8357-1432-E94D-9890-92BC60877DEE}" type="presParOf" srcId="{3EE51ED2-D292-F54C-97EF-A66124103F3C}" destId="{1F11B633-83FA-744E-BC1C-B3BC4F5F390C}" srcOrd="4" destOrd="0" presId="urn:microsoft.com/office/officeart/2005/8/layout/cycle5"/>
    <dgm:cxn modelId="{ACAE196A-680D-0647-A9A9-ADCDE92B74DD}" type="presParOf" srcId="{3EE51ED2-D292-F54C-97EF-A66124103F3C}" destId="{7F572259-AABD-604C-AD25-E9F7AEC0DBE4}" srcOrd="5" destOrd="0" presId="urn:microsoft.com/office/officeart/2005/8/layout/cycle5"/>
    <dgm:cxn modelId="{64D01206-CDD8-1B43-A6C8-186010C9D162}" type="presParOf" srcId="{3EE51ED2-D292-F54C-97EF-A66124103F3C}" destId="{77F1E49C-8989-B440-85F9-AB584255B430}" srcOrd="6" destOrd="0" presId="urn:microsoft.com/office/officeart/2005/8/layout/cycle5"/>
    <dgm:cxn modelId="{0FA0F78D-B311-1F4B-B8A2-9988EC3AB575}" type="presParOf" srcId="{3EE51ED2-D292-F54C-97EF-A66124103F3C}" destId="{19752E40-F290-1E44-A842-C9BC68E22904}" srcOrd="7" destOrd="0" presId="urn:microsoft.com/office/officeart/2005/8/layout/cycle5"/>
    <dgm:cxn modelId="{05430753-BBE8-3C43-BF44-8BA9FE3327E3}" type="presParOf" srcId="{3EE51ED2-D292-F54C-97EF-A66124103F3C}" destId="{42DABB37-C366-FE43-BCCE-1D5650FB1345}" srcOrd="8" destOrd="0" presId="urn:microsoft.com/office/officeart/2005/8/layout/cycle5"/>
    <dgm:cxn modelId="{249FAEB5-4C27-314C-8365-10F584641D1E}" type="presParOf" srcId="{3EE51ED2-D292-F54C-97EF-A66124103F3C}" destId="{6891C759-787F-3645-8EEB-39AB7EFCB09B}" srcOrd="9" destOrd="0" presId="urn:microsoft.com/office/officeart/2005/8/layout/cycle5"/>
    <dgm:cxn modelId="{94D81163-EBCB-1E45-A910-DCDEBB9AB2BC}" type="presParOf" srcId="{3EE51ED2-D292-F54C-97EF-A66124103F3C}" destId="{4DBF7AA4-D486-E14D-A77B-942F9F812945}" srcOrd="10" destOrd="0" presId="urn:microsoft.com/office/officeart/2005/8/layout/cycle5"/>
    <dgm:cxn modelId="{F03BCDE8-3EDC-A441-BEAB-43E915E01E47}" type="presParOf" srcId="{3EE51ED2-D292-F54C-97EF-A66124103F3C}" destId="{B8A9004F-0892-9845-8BBF-F03C1734317C}" srcOrd="11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19DFD68-3472-F941-8EE5-48E449F30675}" type="doc">
      <dgm:prSet loTypeId="urn:microsoft.com/office/officeart/2005/8/layout/cycle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7BB14AA-7CBA-1D4D-A410-2447CD09D31D}">
      <dgm:prSet phldrT="[Text]"/>
      <dgm:spPr/>
      <dgm:t>
        <a:bodyPr/>
        <a:lstStyle/>
        <a:p>
          <a:r>
            <a:rPr lang="en-US" dirty="0"/>
            <a:t>There is UART completed transmission interrupt</a:t>
          </a:r>
        </a:p>
      </dgm:t>
    </dgm:pt>
    <dgm:pt modelId="{425E76F6-510D-0F42-BBFB-260B23DD73D6}" type="parTrans" cxnId="{21277916-A36E-9E4F-A094-5D98EC62261F}">
      <dgm:prSet/>
      <dgm:spPr/>
      <dgm:t>
        <a:bodyPr/>
        <a:lstStyle/>
        <a:p>
          <a:endParaRPr lang="en-US"/>
        </a:p>
      </dgm:t>
    </dgm:pt>
    <dgm:pt modelId="{60339597-9B1E-6249-A62B-2399394EB41E}" type="sibTrans" cxnId="{21277916-A36E-9E4F-A094-5D98EC62261F}">
      <dgm:prSet/>
      <dgm:spPr/>
      <dgm:t>
        <a:bodyPr/>
        <a:lstStyle/>
        <a:p>
          <a:endParaRPr lang="en-US"/>
        </a:p>
      </dgm:t>
    </dgm:pt>
    <dgm:pt modelId="{38BA66DA-65CC-5947-83BA-E7AE2759A195}">
      <dgm:prSet phldrT="[Text]"/>
      <dgm:spPr/>
      <dgm:t>
        <a:bodyPr/>
        <a:lstStyle/>
        <a:p>
          <a:r>
            <a:rPr lang="en-US" dirty="0"/>
            <a:t>CPU starts DMA and UART to transmit N samples to LabVIEW</a:t>
          </a:r>
        </a:p>
      </dgm:t>
    </dgm:pt>
    <dgm:pt modelId="{3302F3CD-ECEE-2B44-8068-4752E7FA3EFF}" type="parTrans" cxnId="{D1704329-F327-D24A-860B-ACD67473B0AE}">
      <dgm:prSet/>
      <dgm:spPr/>
      <dgm:t>
        <a:bodyPr/>
        <a:lstStyle/>
        <a:p>
          <a:endParaRPr lang="en-US"/>
        </a:p>
      </dgm:t>
    </dgm:pt>
    <dgm:pt modelId="{907BD2FE-2A64-164E-8D6E-7E7D22FBE2EE}" type="sibTrans" cxnId="{D1704329-F327-D24A-860B-ACD67473B0AE}">
      <dgm:prSet/>
      <dgm:spPr/>
      <dgm:t>
        <a:bodyPr/>
        <a:lstStyle/>
        <a:p>
          <a:endParaRPr lang="en-US"/>
        </a:p>
      </dgm:t>
    </dgm:pt>
    <dgm:pt modelId="{8E7D34F5-42AA-7040-946F-E0A09BDC1659}">
      <dgm:prSet phldrT="[Text]"/>
      <dgm:spPr/>
      <dgm:t>
        <a:bodyPr/>
        <a:lstStyle/>
        <a:p>
          <a:r>
            <a:rPr lang="en-US" dirty="0"/>
            <a:t>DMA copies N samples to UART</a:t>
          </a:r>
        </a:p>
      </dgm:t>
    </dgm:pt>
    <dgm:pt modelId="{E7151B67-7436-B34A-8281-8CC4E584FAC1}" type="parTrans" cxnId="{5AF9E561-461B-5846-A517-FF09F1D68FC2}">
      <dgm:prSet/>
      <dgm:spPr/>
      <dgm:t>
        <a:bodyPr/>
        <a:lstStyle/>
        <a:p>
          <a:endParaRPr lang="en-US"/>
        </a:p>
      </dgm:t>
    </dgm:pt>
    <dgm:pt modelId="{3D5821F6-063A-D445-9D60-3E40AED79096}" type="sibTrans" cxnId="{5AF9E561-461B-5846-A517-FF09F1D68FC2}">
      <dgm:prSet/>
      <dgm:spPr/>
      <dgm:t>
        <a:bodyPr/>
        <a:lstStyle/>
        <a:p>
          <a:endParaRPr lang="en-US"/>
        </a:p>
      </dgm:t>
    </dgm:pt>
    <dgm:pt modelId="{37BE0753-D6C9-E944-A21D-59EEF9F64738}">
      <dgm:prSet phldrT="[Text]"/>
      <dgm:spPr/>
      <dgm:t>
        <a:bodyPr/>
        <a:lstStyle/>
        <a:p>
          <a:r>
            <a:rPr lang="en-US" dirty="0"/>
            <a:t>UART transmits N samples to LabVIEW</a:t>
          </a:r>
        </a:p>
      </dgm:t>
    </dgm:pt>
    <dgm:pt modelId="{A9330FC7-7530-F545-ACDC-804414070C7C}" type="parTrans" cxnId="{A95A1F4E-CB87-424F-93EE-CD287CBF2654}">
      <dgm:prSet/>
      <dgm:spPr/>
      <dgm:t>
        <a:bodyPr/>
        <a:lstStyle/>
        <a:p>
          <a:endParaRPr lang="en-US"/>
        </a:p>
      </dgm:t>
    </dgm:pt>
    <dgm:pt modelId="{9498BEE5-E227-E346-9126-072A5D463834}" type="sibTrans" cxnId="{A95A1F4E-CB87-424F-93EE-CD287CBF2654}">
      <dgm:prSet/>
      <dgm:spPr/>
      <dgm:t>
        <a:bodyPr/>
        <a:lstStyle/>
        <a:p>
          <a:endParaRPr lang="en-US"/>
        </a:p>
      </dgm:t>
    </dgm:pt>
    <dgm:pt modelId="{3EE51ED2-D292-F54C-97EF-A66124103F3C}" type="pres">
      <dgm:prSet presAssocID="{E19DFD68-3472-F941-8EE5-48E449F3067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19F8C99-498F-8448-BF39-21103B3867CD}" type="pres">
      <dgm:prSet presAssocID="{87BB14AA-7CBA-1D4D-A410-2447CD09D31D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8D87AA-74CC-8445-BE40-996FBA8C5E42}" type="pres">
      <dgm:prSet presAssocID="{87BB14AA-7CBA-1D4D-A410-2447CD09D31D}" presName="spNode" presStyleCnt="0"/>
      <dgm:spPr/>
    </dgm:pt>
    <dgm:pt modelId="{CBEFCFA4-DBEE-5041-A0EE-3D70327748F6}" type="pres">
      <dgm:prSet presAssocID="{60339597-9B1E-6249-A62B-2399394EB41E}" presName="sibTrans" presStyleLbl="sibTrans1D1" presStyleIdx="0" presStyleCnt="4"/>
      <dgm:spPr/>
      <dgm:t>
        <a:bodyPr/>
        <a:lstStyle/>
        <a:p>
          <a:endParaRPr lang="en-US"/>
        </a:p>
      </dgm:t>
    </dgm:pt>
    <dgm:pt modelId="{57FBB5C0-479C-314E-B997-3129E1178B9A}" type="pres">
      <dgm:prSet presAssocID="{38BA66DA-65CC-5947-83BA-E7AE2759A195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11B633-83FA-744E-BC1C-B3BC4F5F390C}" type="pres">
      <dgm:prSet presAssocID="{38BA66DA-65CC-5947-83BA-E7AE2759A195}" presName="spNode" presStyleCnt="0"/>
      <dgm:spPr/>
    </dgm:pt>
    <dgm:pt modelId="{7F572259-AABD-604C-AD25-E9F7AEC0DBE4}" type="pres">
      <dgm:prSet presAssocID="{907BD2FE-2A64-164E-8D6E-7E7D22FBE2EE}" presName="sibTrans" presStyleLbl="sibTrans1D1" presStyleIdx="1" presStyleCnt="4"/>
      <dgm:spPr/>
      <dgm:t>
        <a:bodyPr/>
        <a:lstStyle/>
        <a:p>
          <a:endParaRPr lang="en-US"/>
        </a:p>
      </dgm:t>
    </dgm:pt>
    <dgm:pt modelId="{6891C759-787F-3645-8EEB-39AB7EFCB09B}" type="pres">
      <dgm:prSet presAssocID="{8E7D34F5-42AA-7040-946F-E0A09BDC1659}" presName="node" presStyleLbl="node1" presStyleIdx="2" presStyleCnt="4" custRadScaleRad="107109" custRadScaleInc="-2099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BF7AA4-D486-E14D-A77B-942F9F812945}" type="pres">
      <dgm:prSet presAssocID="{8E7D34F5-42AA-7040-946F-E0A09BDC1659}" presName="spNode" presStyleCnt="0"/>
      <dgm:spPr/>
    </dgm:pt>
    <dgm:pt modelId="{B8A9004F-0892-9845-8BBF-F03C1734317C}" type="pres">
      <dgm:prSet presAssocID="{3D5821F6-063A-D445-9D60-3E40AED79096}" presName="sibTrans" presStyleLbl="sibTrans1D1" presStyleIdx="2" presStyleCnt="4"/>
      <dgm:spPr/>
      <dgm:t>
        <a:bodyPr/>
        <a:lstStyle/>
        <a:p>
          <a:endParaRPr lang="en-US"/>
        </a:p>
      </dgm:t>
    </dgm:pt>
    <dgm:pt modelId="{64586CB4-C9C0-0044-AD11-5B0492118934}" type="pres">
      <dgm:prSet presAssocID="{37BE0753-D6C9-E944-A21D-59EEF9F64738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CDB55AC-2FC0-BD4C-95AD-EAB5815AA9A9}" type="pres">
      <dgm:prSet presAssocID="{37BE0753-D6C9-E944-A21D-59EEF9F64738}" presName="spNode" presStyleCnt="0"/>
      <dgm:spPr/>
    </dgm:pt>
    <dgm:pt modelId="{36F78858-D7C2-C249-A0B9-F1938D1BD8F0}" type="pres">
      <dgm:prSet presAssocID="{9498BEE5-E227-E346-9126-072A5D463834}" presName="sibTrans" presStyleLbl="sibTrans1D1" presStyleIdx="3" presStyleCnt="4"/>
      <dgm:spPr/>
      <dgm:t>
        <a:bodyPr/>
        <a:lstStyle/>
        <a:p>
          <a:endParaRPr lang="en-US"/>
        </a:p>
      </dgm:t>
    </dgm:pt>
  </dgm:ptLst>
  <dgm:cxnLst>
    <dgm:cxn modelId="{073DFC2E-E3B2-6440-9EBE-04F36121C451}" type="presOf" srcId="{87BB14AA-7CBA-1D4D-A410-2447CD09D31D}" destId="{319F8C99-498F-8448-BF39-21103B3867CD}" srcOrd="0" destOrd="0" presId="urn:microsoft.com/office/officeart/2005/8/layout/cycle5"/>
    <dgm:cxn modelId="{F5883116-28C2-CF4C-BF9B-7F67E8EC82FF}" type="presOf" srcId="{60339597-9B1E-6249-A62B-2399394EB41E}" destId="{CBEFCFA4-DBEE-5041-A0EE-3D70327748F6}" srcOrd="0" destOrd="0" presId="urn:microsoft.com/office/officeart/2005/8/layout/cycle5"/>
    <dgm:cxn modelId="{B2E2B596-C30C-FA4E-AB4C-3BD4ECBC50F1}" type="presOf" srcId="{3D5821F6-063A-D445-9D60-3E40AED79096}" destId="{B8A9004F-0892-9845-8BBF-F03C1734317C}" srcOrd="0" destOrd="0" presId="urn:microsoft.com/office/officeart/2005/8/layout/cycle5"/>
    <dgm:cxn modelId="{A26E0EC4-E422-1046-B8ED-D1E3A0862278}" type="presOf" srcId="{38BA66DA-65CC-5947-83BA-E7AE2759A195}" destId="{57FBB5C0-479C-314E-B997-3129E1178B9A}" srcOrd="0" destOrd="0" presId="urn:microsoft.com/office/officeart/2005/8/layout/cycle5"/>
    <dgm:cxn modelId="{A95A1F4E-CB87-424F-93EE-CD287CBF2654}" srcId="{E19DFD68-3472-F941-8EE5-48E449F30675}" destId="{37BE0753-D6C9-E944-A21D-59EEF9F64738}" srcOrd="3" destOrd="0" parTransId="{A9330FC7-7530-F545-ACDC-804414070C7C}" sibTransId="{9498BEE5-E227-E346-9126-072A5D463834}"/>
    <dgm:cxn modelId="{033ABDD2-AA87-164F-B779-EDA7AFC32D4D}" type="presOf" srcId="{8E7D34F5-42AA-7040-946F-E0A09BDC1659}" destId="{6891C759-787F-3645-8EEB-39AB7EFCB09B}" srcOrd="0" destOrd="0" presId="urn:microsoft.com/office/officeart/2005/8/layout/cycle5"/>
    <dgm:cxn modelId="{BD4F5C00-EE65-F542-B52E-9CAA8D6C88DB}" type="presOf" srcId="{37BE0753-D6C9-E944-A21D-59EEF9F64738}" destId="{64586CB4-C9C0-0044-AD11-5B0492118934}" srcOrd="0" destOrd="0" presId="urn:microsoft.com/office/officeart/2005/8/layout/cycle5"/>
    <dgm:cxn modelId="{D5F657D9-2537-F84A-873F-25097AE5DC60}" type="presOf" srcId="{907BD2FE-2A64-164E-8D6E-7E7D22FBE2EE}" destId="{7F572259-AABD-604C-AD25-E9F7AEC0DBE4}" srcOrd="0" destOrd="0" presId="urn:microsoft.com/office/officeart/2005/8/layout/cycle5"/>
    <dgm:cxn modelId="{21277916-A36E-9E4F-A094-5D98EC62261F}" srcId="{E19DFD68-3472-F941-8EE5-48E449F30675}" destId="{87BB14AA-7CBA-1D4D-A410-2447CD09D31D}" srcOrd="0" destOrd="0" parTransId="{425E76F6-510D-0F42-BBFB-260B23DD73D6}" sibTransId="{60339597-9B1E-6249-A62B-2399394EB41E}"/>
    <dgm:cxn modelId="{5AF9E561-461B-5846-A517-FF09F1D68FC2}" srcId="{E19DFD68-3472-F941-8EE5-48E449F30675}" destId="{8E7D34F5-42AA-7040-946F-E0A09BDC1659}" srcOrd="2" destOrd="0" parTransId="{E7151B67-7436-B34A-8281-8CC4E584FAC1}" sibTransId="{3D5821F6-063A-D445-9D60-3E40AED79096}"/>
    <dgm:cxn modelId="{D7709CA9-ECC7-4F4A-81D6-3D7A1147F6D0}" type="presOf" srcId="{9498BEE5-E227-E346-9126-072A5D463834}" destId="{36F78858-D7C2-C249-A0B9-F1938D1BD8F0}" srcOrd="0" destOrd="0" presId="urn:microsoft.com/office/officeart/2005/8/layout/cycle5"/>
    <dgm:cxn modelId="{10F6AD73-897F-684E-BB4E-D752DEE52867}" type="presOf" srcId="{E19DFD68-3472-F941-8EE5-48E449F30675}" destId="{3EE51ED2-D292-F54C-97EF-A66124103F3C}" srcOrd="0" destOrd="0" presId="urn:microsoft.com/office/officeart/2005/8/layout/cycle5"/>
    <dgm:cxn modelId="{D1704329-F327-D24A-860B-ACD67473B0AE}" srcId="{E19DFD68-3472-F941-8EE5-48E449F30675}" destId="{38BA66DA-65CC-5947-83BA-E7AE2759A195}" srcOrd="1" destOrd="0" parTransId="{3302F3CD-ECEE-2B44-8068-4752E7FA3EFF}" sibTransId="{907BD2FE-2A64-164E-8D6E-7E7D22FBE2EE}"/>
    <dgm:cxn modelId="{DB34F31D-2D5F-EC40-B27F-E793CD7DCAE5}" type="presParOf" srcId="{3EE51ED2-D292-F54C-97EF-A66124103F3C}" destId="{319F8C99-498F-8448-BF39-21103B3867CD}" srcOrd="0" destOrd="0" presId="urn:microsoft.com/office/officeart/2005/8/layout/cycle5"/>
    <dgm:cxn modelId="{A1A454A3-82DD-D04A-B5A9-39AD5D0CC2B2}" type="presParOf" srcId="{3EE51ED2-D292-F54C-97EF-A66124103F3C}" destId="{898D87AA-74CC-8445-BE40-996FBA8C5E42}" srcOrd="1" destOrd="0" presId="urn:microsoft.com/office/officeart/2005/8/layout/cycle5"/>
    <dgm:cxn modelId="{0FE466CA-BFF1-2144-8B25-5CF864D93019}" type="presParOf" srcId="{3EE51ED2-D292-F54C-97EF-A66124103F3C}" destId="{CBEFCFA4-DBEE-5041-A0EE-3D70327748F6}" srcOrd="2" destOrd="0" presId="urn:microsoft.com/office/officeart/2005/8/layout/cycle5"/>
    <dgm:cxn modelId="{8320720C-B389-FD4D-844B-D005A9397042}" type="presParOf" srcId="{3EE51ED2-D292-F54C-97EF-A66124103F3C}" destId="{57FBB5C0-479C-314E-B997-3129E1178B9A}" srcOrd="3" destOrd="0" presId="urn:microsoft.com/office/officeart/2005/8/layout/cycle5"/>
    <dgm:cxn modelId="{8A7A8357-1432-E94D-9890-92BC60877DEE}" type="presParOf" srcId="{3EE51ED2-D292-F54C-97EF-A66124103F3C}" destId="{1F11B633-83FA-744E-BC1C-B3BC4F5F390C}" srcOrd="4" destOrd="0" presId="urn:microsoft.com/office/officeart/2005/8/layout/cycle5"/>
    <dgm:cxn modelId="{ACAE196A-680D-0647-A9A9-ADCDE92B74DD}" type="presParOf" srcId="{3EE51ED2-D292-F54C-97EF-A66124103F3C}" destId="{7F572259-AABD-604C-AD25-E9F7AEC0DBE4}" srcOrd="5" destOrd="0" presId="urn:microsoft.com/office/officeart/2005/8/layout/cycle5"/>
    <dgm:cxn modelId="{249FAEB5-4C27-314C-8365-10F584641D1E}" type="presParOf" srcId="{3EE51ED2-D292-F54C-97EF-A66124103F3C}" destId="{6891C759-787F-3645-8EEB-39AB7EFCB09B}" srcOrd="6" destOrd="0" presId="urn:microsoft.com/office/officeart/2005/8/layout/cycle5"/>
    <dgm:cxn modelId="{94D81163-EBCB-1E45-A910-DCDEBB9AB2BC}" type="presParOf" srcId="{3EE51ED2-D292-F54C-97EF-A66124103F3C}" destId="{4DBF7AA4-D486-E14D-A77B-942F9F812945}" srcOrd="7" destOrd="0" presId="urn:microsoft.com/office/officeart/2005/8/layout/cycle5"/>
    <dgm:cxn modelId="{F03BCDE8-3EDC-A441-BEAB-43E915E01E47}" type="presParOf" srcId="{3EE51ED2-D292-F54C-97EF-A66124103F3C}" destId="{B8A9004F-0892-9845-8BBF-F03C1734317C}" srcOrd="8" destOrd="0" presId="urn:microsoft.com/office/officeart/2005/8/layout/cycle5"/>
    <dgm:cxn modelId="{646EB79B-033D-2A4F-92AB-90A52C9D2918}" type="presParOf" srcId="{3EE51ED2-D292-F54C-97EF-A66124103F3C}" destId="{64586CB4-C9C0-0044-AD11-5B0492118934}" srcOrd="9" destOrd="0" presId="urn:microsoft.com/office/officeart/2005/8/layout/cycle5"/>
    <dgm:cxn modelId="{45AFF04C-9571-2340-BBE6-A1E2783B99DA}" type="presParOf" srcId="{3EE51ED2-D292-F54C-97EF-A66124103F3C}" destId="{3CDB55AC-2FC0-BD4C-95AD-EAB5815AA9A9}" srcOrd="10" destOrd="0" presId="urn:microsoft.com/office/officeart/2005/8/layout/cycle5"/>
    <dgm:cxn modelId="{23488E83-8422-844E-9165-3C9C9F16EDC4}" type="presParOf" srcId="{3EE51ED2-D292-F54C-97EF-A66124103F3C}" destId="{36F78858-D7C2-C249-A0B9-F1938D1BD8F0}" srcOrd="11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14C6EAE-F4C0-3743-9CB5-2A3A3C6B266D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A34685D6-96AB-644F-A956-319D064B7BCD}">
      <dgm:prSet phldrT="[Text]" custT="1"/>
      <dgm:spPr/>
      <dgm:t>
        <a:bodyPr/>
        <a:lstStyle/>
        <a:p>
          <a:r>
            <a:rPr lang="en-US" sz="1200" dirty="0"/>
            <a:t>“Controller” receives a command via UART.</a:t>
          </a:r>
        </a:p>
        <a:p>
          <a:r>
            <a:rPr lang="en-US" sz="1200" dirty="0"/>
            <a:t>Firmware will ignore all new command while it is processing a command.</a:t>
          </a:r>
        </a:p>
      </dgm:t>
    </dgm:pt>
    <dgm:pt modelId="{8F07CA61-7EDA-7B40-8A55-A2A370371E9A}" type="parTrans" cxnId="{D659A199-CE87-7643-9C59-8FDA241C5EF0}">
      <dgm:prSet/>
      <dgm:spPr/>
      <dgm:t>
        <a:bodyPr/>
        <a:lstStyle/>
        <a:p>
          <a:endParaRPr lang="en-US" sz="1200"/>
        </a:p>
      </dgm:t>
    </dgm:pt>
    <dgm:pt modelId="{EB7B460A-E402-0B4C-89C0-BB3A45C3890E}" type="sibTrans" cxnId="{D659A199-CE87-7643-9C59-8FDA241C5EF0}">
      <dgm:prSet custT="1"/>
      <dgm:spPr/>
      <dgm:t>
        <a:bodyPr/>
        <a:lstStyle/>
        <a:p>
          <a:endParaRPr lang="en-US" sz="1200"/>
        </a:p>
      </dgm:t>
    </dgm:pt>
    <dgm:pt modelId="{558CCF51-45ED-614D-8859-2CB3045A7363}">
      <dgm:prSet phldrT="[Text]" custT="1"/>
      <dgm:spPr/>
      <dgm:t>
        <a:bodyPr/>
        <a:lstStyle/>
        <a:p>
          <a:r>
            <a:rPr lang="en-US" sz="1200" dirty="0"/>
            <a:t>“Controller” parse the command and create the command object (</a:t>
          </a:r>
          <a:r>
            <a:rPr lang="en-US" sz="1200" dirty="0" err="1"/>
            <a:t>cmd_get</a:t>
          </a:r>
          <a:r>
            <a:rPr lang="en-US" sz="1200" dirty="0"/>
            <a:t>, </a:t>
          </a:r>
          <a:r>
            <a:rPr lang="en-US" sz="1200" dirty="0" err="1"/>
            <a:t>cmd_run</a:t>
          </a:r>
          <a:r>
            <a:rPr lang="en-US" sz="1200" dirty="0"/>
            <a:t> or </a:t>
          </a:r>
          <a:r>
            <a:rPr lang="en-US" sz="1200" dirty="0" err="1"/>
            <a:t>cmd_set</a:t>
          </a:r>
          <a:r>
            <a:rPr lang="en-US" sz="1200" dirty="0"/>
            <a:t>) </a:t>
          </a:r>
        </a:p>
      </dgm:t>
    </dgm:pt>
    <dgm:pt modelId="{80319726-961F-E041-B2A7-78C630C03CE6}" type="parTrans" cxnId="{5D0FA8D1-6A96-5B48-8993-63069FD0AC7C}">
      <dgm:prSet/>
      <dgm:spPr/>
      <dgm:t>
        <a:bodyPr/>
        <a:lstStyle/>
        <a:p>
          <a:endParaRPr lang="en-US" sz="1200"/>
        </a:p>
      </dgm:t>
    </dgm:pt>
    <dgm:pt modelId="{EC569D1C-358E-E44B-BF95-EF2ECF2E9970}" type="sibTrans" cxnId="{5D0FA8D1-6A96-5B48-8993-63069FD0AC7C}">
      <dgm:prSet custT="1"/>
      <dgm:spPr/>
      <dgm:t>
        <a:bodyPr/>
        <a:lstStyle/>
        <a:p>
          <a:endParaRPr lang="en-US" sz="1200"/>
        </a:p>
      </dgm:t>
    </dgm:pt>
    <dgm:pt modelId="{4C157F80-577F-5C49-9B96-1C440902A463}">
      <dgm:prSet phldrT="[Text]" custT="1"/>
      <dgm:spPr/>
      <dgm:t>
        <a:bodyPr/>
        <a:lstStyle/>
        <a:p>
          <a:r>
            <a:rPr lang="en-US" sz="1200" dirty="0"/>
            <a:t>“Controller” requests the command object to execute and make response</a:t>
          </a:r>
        </a:p>
      </dgm:t>
    </dgm:pt>
    <dgm:pt modelId="{F66101E8-5C31-0143-BA01-C9DB48227FF9}" type="parTrans" cxnId="{7DA3D2DA-8279-554A-902A-24BAD7063432}">
      <dgm:prSet/>
      <dgm:spPr/>
      <dgm:t>
        <a:bodyPr/>
        <a:lstStyle/>
        <a:p>
          <a:endParaRPr lang="en-US" sz="1200"/>
        </a:p>
      </dgm:t>
    </dgm:pt>
    <dgm:pt modelId="{C091AE5C-B544-FA45-9DF7-2973519E968F}" type="sibTrans" cxnId="{7DA3D2DA-8279-554A-902A-24BAD7063432}">
      <dgm:prSet custT="1"/>
      <dgm:spPr/>
      <dgm:t>
        <a:bodyPr/>
        <a:lstStyle/>
        <a:p>
          <a:endParaRPr lang="en-US" sz="1200"/>
        </a:p>
      </dgm:t>
    </dgm:pt>
    <dgm:pt modelId="{2A58B034-A3E4-CF43-9896-0BCDBB07F580}">
      <dgm:prSet phldrT="[Text]" custT="1"/>
      <dgm:spPr/>
      <dgm:t>
        <a:bodyPr/>
        <a:lstStyle/>
        <a:p>
          <a:r>
            <a:rPr lang="en-US" sz="1200" dirty="0"/>
            <a:t>“Controller” transmits response to LabVIEW</a:t>
          </a:r>
        </a:p>
      </dgm:t>
    </dgm:pt>
    <dgm:pt modelId="{6EB91721-B1FE-5245-BC7E-73CE70DA58CF}" type="parTrans" cxnId="{D8D89FCF-C9EF-4142-92D0-BD3AF45D481B}">
      <dgm:prSet/>
      <dgm:spPr/>
      <dgm:t>
        <a:bodyPr/>
        <a:lstStyle/>
        <a:p>
          <a:endParaRPr lang="en-US" sz="1200"/>
        </a:p>
      </dgm:t>
    </dgm:pt>
    <dgm:pt modelId="{F83AD0B5-36E4-C34B-842F-83956BD32517}" type="sibTrans" cxnId="{D8D89FCF-C9EF-4142-92D0-BD3AF45D481B}">
      <dgm:prSet custT="1"/>
      <dgm:spPr/>
      <dgm:t>
        <a:bodyPr/>
        <a:lstStyle/>
        <a:p>
          <a:endParaRPr lang="en-US" sz="1200"/>
        </a:p>
      </dgm:t>
    </dgm:pt>
    <dgm:pt modelId="{39BEBBA3-B6BF-994F-A85C-E7AD657A7F0A}">
      <dgm:prSet phldrT="[Text]" custT="1"/>
      <dgm:spPr/>
      <dgm:t>
        <a:bodyPr/>
        <a:lstStyle/>
        <a:p>
          <a:r>
            <a:rPr lang="en-US" sz="1200" dirty="0"/>
            <a:t>Firmware is ready to receive the new command.</a:t>
          </a:r>
        </a:p>
      </dgm:t>
    </dgm:pt>
    <dgm:pt modelId="{26F21FB9-4BD3-1545-85FD-4B8B62B57951}" type="parTrans" cxnId="{A895A4D0-4AA2-1743-AAB8-7364BFC7A0A7}">
      <dgm:prSet/>
      <dgm:spPr/>
      <dgm:t>
        <a:bodyPr/>
        <a:lstStyle/>
        <a:p>
          <a:endParaRPr lang="en-US"/>
        </a:p>
      </dgm:t>
    </dgm:pt>
    <dgm:pt modelId="{E9E55113-5D64-EA4B-BADF-300CCA5C528B}" type="sibTrans" cxnId="{A895A4D0-4AA2-1743-AAB8-7364BFC7A0A7}">
      <dgm:prSet/>
      <dgm:spPr/>
      <dgm:t>
        <a:bodyPr/>
        <a:lstStyle/>
        <a:p>
          <a:endParaRPr lang="en-US"/>
        </a:p>
      </dgm:t>
    </dgm:pt>
    <dgm:pt modelId="{0CCFCBB0-FAE7-C747-97DD-DCD67A497EE0}" type="pres">
      <dgm:prSet presAssocID="{414C6EAE-F4C0-3743-9CB5-2A3A3C6B266D}" presName="Name0" presStyleCnt="0">
        <dgm:presLayoutVars>
          <dgm:dir/>
          <dgm:resizeHandles val="exact"/>
        </dgm:presLayoutVars>
      </dgm:prSet>
      <dgm:spPr/>
    </dgm:pt>
    <dgm:pt modelId="{8399B325-DF57-8648-A8BC-8D557B26F1B4}" type="pres">
      <dgm:prSet presAssocID="{A34685D6-96AB-644F-A956-319D064B7BCD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193A5B-5BAA-8F47-983A-A0CE249A31C8}" type="pres">
      <dgm:prSet presAssocID="{EB7B460A-E402-0B4C-89C0-BB3A45C3890E}" presName="sibTrans" presStyleLbl="sibTrans2D1" presStyleIdx="0" presStyleCnt="4"/>
      <dgm:spPr/>
      <dgm:t>
        <a:bodyPr/>
        <a:lstStyle/>
        <a:p>
          <a:endParaRPr lang="en-US"/>
        </a:p>
      </dgm:t>
    </dgm:pt>
    <dgm:pt modelId="{3952174A-98CB-5D46-A158-817FE96DCBAF}" type="pres">
      <dgm:prSet presAssocID="{EB7B460A-E402-0B4C-89C0-BB3A45C3890E}" presName="connectorText" presStyleLbl="sibTrans2D1" presStyleIdx="0" presStyleCnt="4"/>
      <dgm:spPr/>
      <dgm:t>
        <a:bodyPr/>
        <a:lstStyle/>
        <a:p>
          <a:endParaRPr lang="en-US"/>
        </a:p>
      </dgm:t>
    </dgm:pt>
    <dgm:pt modelId="{7DDBBE8C-4BBF-614A-AABF-717B3C90CF65}" type="pres">
      <dgm:prSet presAssocID="{558CCF51-45ED-614D-8859-2CB3045A7363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254BEC-BD8C-8F41-B251-575B23DDBB35}" type="pres">
      <dgm:prSet presAssocID="{EC569D1C-358E-E44B-BF95-EF2ECF2E9970}" presName="sibTrans" presStyleLbl="sibTrans2D1" presStyleIdx="1" presStyleCnt="4"/>
      <dgm:spPr/>
      <dgm:t>
        <a:bodyPr/>
        <a:lstStyle/>
        <a:p>
          <a:endParaRPr lang="en-US"/>
        </a:p>
      </dgm:t>
    </dgm:pt>
    <dgm:pt modelId="{4C7ABD6D-AC76-BD4C-ADCD-527ADF11F0C5}" type="pres">
      <dgm:prSet presAssocID="{EC569D1C-358E-E44B-BF95-EF2ECF2E9970}" presName="connectorText" presStyleLbl="sibTrans2D1" presStyleIdx="1" presStyleCnt="4"/>
      <dgm:spPr/>
      <dgm:t>
        <a:bodyPr/>
        <a:lstStyle/>
        <a:p>
          <a:endParaRPr lang="en-US"/>
        </a:p>
      </dgm:t>
    </dgm:pt>
    <dgm:pt modelId="{D727A361-C70F-4E42-BC4B-A4E89868B4E7}" type="pres">
      <dgm:prSet presAssocID="{4C157F80-577F-5C49-9B96-1C440902A463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6FD561-5A45-5844-8A38-BCFC6308D9C5}" type="pres">
      <dgm:prSet presAssocID="{C091AE5C-B544-FA45-9DF7-2973519E968F}" presName="sibTrans" presStyleLbl="sibTrans2D1" presStyleIdx="2" presStyleCnt="4"/>
      <dgm:spPr/>
      <dgm:t>
        <a:bodyPr/>
        <a:lstStyle/>
        <a:p>
          <a:endParaRPr lang="en-US"/>
        </a:p>
      </dgm:t>
    </dgm:pt>
    <dgm:pt modelId="{FBDB52BB-C18F-FD48-B1DE-45CF0A9DB61A}" type="pres">
      <dgm:prSet presAssocID="{C091AE5C-B544-FA45-9DF7-2973519E968F}" presName="connectorText" presStyleLbl="sibTrans2D1" presStyleIdx="2" presStyleCnt="4"/>
      <dgm:spPr/>
      <dgm:t>
        <a:bodyPr/>
        <a:lstStyle/>
        <a:p>
          <a:endParaRPr lang="en-US"/>
        </a:p>
      </dgm:t>
    </dgm:pt>
    <dgm:pt modelId="{66BF278D-A223-2F4A-905D-109745D65210}" type="pres">
      <dgm:prSet presAssocID="{2A58B034-A3E4-CF43-9896-0BCDBB07F580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991CE3-23C9-F440-956A-065B2CFE5341}" type="pres">
      <dgm:prSet presAssocID="{F83AD0B5-36E4-C34B-842F-83956BD32517}" presName="sibTrans" presStyleLbl="sibTrans2D1" presStyleIdx="3" presStyleCnt="4"/>
      <dgm:spPr/>
      <dgm:t>
        <a:bodyPr/>
        <a:lstStyle/>
        <a:p>
          <a:endParaRPr lang="en-US"/>
        </a:p>
      </dgm:t>
    </dgm:pt>
    <dgm:pt modelId="{D3C8013D-A343-984D-9042-8428280580E0}" type="pres">
      <dgm:prSet presAssocID="{F83AD0B5-36E4-C34B-842F-83956BD32517}" presName="connectorText" presStyleLbl="sibTrans2D1" presStyleIdx="3" presStyleCnt="4"/>
      <dgm:spPr/>
      <dgm:t>
        <a:bodyPr/>
        <a:lstStyle/>
        <a:p>
          <a:endParaRPr lang="en-US"/>
        </a:p>
      </dgm:t>
    </dgm:pt>
    <dgm:pt modelId="{8CB5DB29-D39A-3947-BA28-336D14D838A8}" type="pres">
      <dgm:prSet presAssocID="{39BEBBA3-B6BF-994F-A85C-E7AD657A7F0A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088229E-8710-5042-A118-C2D21C1F4CD1}" type="presOf" srcId="{A34685D6-96AB-644F-A956-319D064B7BCD}" destId="{8399B325-DF57-8648-A8BC-8D557B26F1B4}" srcOrd="0" destOrd="0" presId="urn:microsoft.com/office/officeart/2005/8/layout/process1"/>
    <dgm:cxn modelId="{5D0FA8D1-6A96-5B48-8993-63069FD0AC7C}" srcId="{414C6EAE-F4C0-3743-9CB5-2A3A3C6B266D}" destId="{558CCF51-45ED-614D-8859-2CB3045A7363}" srcOrd="1" destOrd="0" parTransId="{80319726-961F-E041-B2A7-78C630C03CE6}" sibTransId="{EC569D1C-358E-E44B-BF95-EF2ECF2E9970}"/>
    <dgm:cxn modelId="{34677D03-751D-C448-952F-A4C3111283C5}" type="presOf" srcId="{C091AE5C-B544-FA45-9DF7-2973519E968F}" destId="{F76FD561-5A45-5844-8A38-BCFC6308D9C5}" srcOrd="0" destOrd="0" presId="urn:microsoft.com/office/officeart/2005/8/layout/process1"/>
    <dgm:cxn modelId="{37886D4F-A1F5-C741-8691-A0860EC6F4E9}" type="presOf" srcId="{EC569D1C-358E-E44B-BF95-EF2ECF2E9970}" destId="{4C7ABD6D-AC76-BD4C-ADCD-527ADF11F0C5}" srcOrd="1" destOrd="0" presId="urn:microsoft.com/office/officeart/2005/8/layout/process1"/>
    <dgm:cxn modelId="{7DA3D2DA-8279-554A-902A-24BAD7063432}" srcId="{414C6EAE-F4C0-3743-9CB5-2A3A3C6B266D}" destId="{4C157F80-577F-5C49-9B96-1C440902A463}" srcOrd="2" destOrd="0" parTransId="{F66101E8-5C31-0143-BA01-C9DB48227FF9}" sibTransId="{C091AE5C-B544-FA45-9DF7-2973519E968F}"/>
    <dgm:cxn modelId="{AC4CD707-1A48-6340-8921-C1285676CE72}" type="presOf" srcId="{4C157F80-577F-5C49-9B96-1C440902A463}" destId="{D727A361-C70F-4E42-BC4B-A4E89868B4E7}" srcOrd="0" destOrd="0" presId="urn:microsoft.com/office/officeart/2005/8/layout/process1"/>
    <dgm:cxn modelId="{C4088257-8607-3947-AC00-D7400C702577}" type="presOf" srcId="{EC569D1C-358E-E44B-BF95-EF2ECF2E9970}" destId="{F9254BEC-BD8C-8F41-B251-575B23DDBB35}" srcOrd="0" destOrd="0" presId="urn:microsoft.com/office/officeart/2005/8/layout/process1"/>
    <dgm:cxn modelId="{D8D89FCF-C9EF-4142-92D0-BD3AF45D481B}" srcId="{414C6EAE-F4C0-3743-9CB5-2A3A3C6B266D}" destId="{2A58B034-A3E4-CF43-9896-0BCDBB07F580}" srcOrd="3" destOrd="0" parTransId="{6EB91721-B1FE-5245-BC7E-73CE70DA58CF}" sibTransId="{F83AD0B5-36E4-C34B-842F-83956BD32517}"/>
    <dgm:cxn modelId="{3FCA17ED-1123-5243-87BD-15384E9E8A48}" type="presOf" srcId="{C091AE5C-B544-FA45-9DF7-2973519E968F}" destId="{FBDB52BB-C18F-FD48-B1DE-45CF0A9DB61A}" srcOrd="1" destOrd="0" presId="urn:microsoft.com/office/officeart/2005/8/layout/process1"/>
    <dgm:cxn modelId="{D659A199-CE87-7643-9C59-8FDA241C5EF0}" srcId="{414C6EAE-F4C0-3743-9CB5-2A3A3C6B266D}" destId="{A34685D6-96AB-644F-A956-319D064B7BCD}" srcOrd="0" destOrd="0" parTransId="{8F07CA61-7EDA-7B40-8A55-A2A370371E9A}" sibTransId="{EB7B460A-E402-0B4C-89C0-BB3A45C3890E}"/>
    <dgm:cxn modelId="{946DFD9F-0414-B944-99B9-D3A8493D4A35}" type="presOf" srcId="{2A58B034-A3E4-CF43-9896-0BCDBB07F580}" destId="{66BF278D-A223-2F4A-905D-109745D65210}" srcOrd="0" destOrd="0" presId="urn:microsoft.com/office/officeart/2005/8/layout/process1"/>
    <dgm:cxn modelId="{3C6B085F-ED12-D74B-9E54-00C36A1D81E6}" type="presOf" srcId="{414C6EAE-F4C0-3743-9CB5-2A3A3C6B266D}" destId="{0CCFCBB0-FAE7-C747-97DD-DCD67A497EE0}" srcOrd="0" destOrd="0" presId="urn:microsoft.com/office/officeart/2005/8/layout/process1"/>
    <dgm:cxn modelId="{3991600A-531F-7945-9DA5-23B46873F346}" type="presOf" srcId="{F83AD0B5-36E4-C34B-842F-83956BD32517}" destId="{05991CE3-23C9-F440-956A-065B2CFE5341}" srcOrd="0" destOrd="0" presId="urn:microsoft.com/office/officeart/2005/8/layout/process1"/>
    <dgm:cxn modelId="{8C4596E3-992D-C04C-85A1-044AEB61A2D6}" type="presOf" srcId="{EB7B460A-E402-0B4C-89C0-BB3A45C3890E}" destId="{3952174A-98CB-5D46-A158-817FE96DCBAF}" srcOrd="1" destOrd="0" presId="urn:microsoft.com/office/officeart/2005/8/layout/process1"/>
    <dgm:cxn modelId="{B275B439-1DBD-2741-924B-6FD490342EEA}" type="presOf" srcId="{EB7B460A-E402-0B4C-89C0-BB3A45C3890E}" destId="{61193A5B-5BAA-8F47-983A-A0CE249A31C8}" srcOrd="0" destOrd="0" presId="urn:microsoft.com/office/officeart/2005/8/layout/process1"/>
    <dgm:cxn modelId="{C79AEE15-D2CF-564A-B807-3FB6BCCDF803}" type="presOf" srcId="{39BEBBA3-B6BF-994F-A85C-E7AD657A7F0A}" destId="{8CB5DB29-D39A-3947-BA28-336D14D838A8}" srcOrd="0" destOrd="0" presId="urn:microsoft.com/office/officeart/2005/8/layout/process1"/>
    <dgm:cxn modelId="{3536E5B9-A87E-B44F-A013-288FEFE9BDC0}" type="presOf" srcId="{558CCF51-45ED-614D-8859-2CB3045A7363}" destId="{7DDBBE8C-4BBF-614A-AABF-717B3C90CF65}" srcOrd="0" destOrd="0" presId="urn:microsoft.com/office/officeart/2005/8/layout/process1"/>
    <dgm:cxn modelId="{A895A4D0-4AA2-1743-AAB8-7364BFC7A0A7}" srcId="{414C6EAE-F4C0-3743-9CB5-2A3A3C6B266D}" destId="{39BEBBA3-B6BF-994F-A85C-E7AD657A7F0A}" srcOrd="4" destOrd="0" parTransId="{26F21FB9-4BD3-1545-85FD-4B8B62B57951}" sibTransId="{E9E55113-5D64-EA4B-BADF-300CCA5C528B}"/>
    <dgm:cxn modelId="{D460F118-540A-4A48-AD1F-974A5B0CD1A7}" type="presOf" srcId="{F83AD0B5-36E4-C34B-842F-83956BD32517}" destId="{D3C8013D-A343-984D-9042-8428280580E0}" srcOrd="1" destOrd="0" presId="urn:microsoft.com/office/officeart/2005/8/layout/process1"/>
    <dgm:cxn modelId="{9B605C7F-ECB2-1B4D-A9E1-FF098F99AA85}" type="presParOf" srcId="{0CCFCBB0-FAE7-C747-97DD-DCD67A497EE0}" destId="{8399B325-DF57-8648-A8BC-8D557B26F1B4}" srcOrd="0" destOrd="0" presId="urn:microsoft.com/office/officeart/2005/8/layout/process1"/>
    <dgm:cxn modelId="{9E0C44EA-F4C5-D542-91A4-A5101C22024B}" type="presParOf" srcId="{0CCFCBB0-FAE7-C747-97DD-DCD67A497EE0}" destId="{61193A5B-5BAA-8F47-983A-A0CE249A31C8}" srcOrd="1" destOrd="0" presId="urn:microsoft.com/office/officeart/2005/8/layout/process1"/>
    <dgm:cxn modelId="{4C88F6A3-4DC5-3645-A26B-6CD3D923D2C1}" type="presParOf" srcId="{61193A5B-5BAA-8F47-983A-A0CE249A31C8}" destId="{3952174A-98CB-5D46-A158-817FE96DCBAF}" srcOrd="0" destOrd="0" presId="urn:microsoft.com/office/officeart/2005/8/layout/process1"/>
    <dgm:cxn modelId="{42726589-C350-684D-BE3C-97C995FEC0C0}" type="presParOf" srcId="{0CCFCBB0-FAE7-C747-97DD-DCD67A497EE0}" destId="{7DDBBE8C-4BBF-614A-AABF-717B3C90CF65}" srcOrd="2" destOrd="0" presId="urn:microsoft.com/office/officeart/2005/8/layout/process1"/>
    <dgm:cxn modelId="{05BFDF11-B056-C649-B775-146C4E3C864F}" type="presParOf" srcId="{0CCFCBB0-FAE7-C747-97DD-DCD67A497EE0}" destId="{F9254BEC-BD8C-8F41-B251-575B23DDBB35}" srcOrd="3" destOrd="0" presId="urn:microsoft.com/office/officeart/2005/8/layout/process1"/>
    <dgm:cxn modelId="{2BD57F11-7D8A-804D-90B8-C93A9A8595FF}" type="presParOf" srcId="{F9254BEC-BD8C-8F41-B251-575B23DDBB35}" destId="{4C7ABD6D-AC76-BD4C-ADCD-527ADF11F0C5}" srcOrd="0" destOrd="0" presId="urn:microsoft.com/office/officeart/2005/8/layout/process1"/>
    <dgm:cxn modelId="{47D7591D-0A13-D949-B493-3B6B32208072}" type="presParOf" srcId="{0CCFCBB0-FAE7-C747-97DD-DCD67A497EE0}" destId="{D727A361-C70F-4E42-BC4B-A4E89868B4E7}" srcOrd="4" destOrd="0" presId="urn:microsoft.com/office/officeart/2005/8/layout/process1"/>
    <dgm:cxn modelId="{5FF32A85-67C7-6240-9DC1-4CD4E409229D}" type="presParOf" srcId="{0CCFCBB0-FAE7-C747-97DD-DCD67A497EE0}" destId="{F76FD561-5A45-5844-8A38-BCFC6308D9C5}" srcOrd="5" destOrd="0" presId="urn:microsoft.com/office/officeart/2005/8/layout/process1"/>
    <dgm:cxn modelId="{4EB39D97-D47D-9B48-87B3-19ACD5F58916}" type="presParOf" srcId="{F76FD561-5A45-5844-8A38-BCFC6308D9C5}" destId="{FBDB52BB-C18F-FD48-B1DE-45CF0A9DB61A}" srcOrd="0" destOrd="0" presId="urn:microsoft.com/office/officeart/2005/8/layout/process1"/>
    <dgm:cxn modelId="{8AEA1A07-C74C-D942-AA64-C9D40D2AC1A5}" type="presParOf" srcId="{0CCFCBB0-FAE7-C747-97DD-DCD67A497EE0}" destId="{66BF278D-A223-2F4A-905D-109745D65210}" srcOrd="6" destOrd="0" presId="urn:microsoft.com/office/officeart/2005/8/layout/process1"/>
    <dgm:cxn modelId="{618AAF4A-70FF-5943-99F6-BADB6C51D790}" type="presParOf" srcId="{0CCFCBB0-FAE7-C747-97DD-DCD67A497EE0}" destId="{05991CE3-23C9-F440-956A-065B2CFE5341}" srcOrd="7" destOrd="0" presId="urn:microsoft.com/office/officeart/2005/8/layout/process1"/>
    <dgm:cxn modelId="{C53A4231-D20A-9544-B198-A78AE81364C7}" type="presParOf" srcId="{05991CE3-23C9-F440-956A-065B2CFE5341}" destId="{D3C8013D-A343-984D-9042-8428280580E0}" srcOrd="0" destOrd="0" presId="urn:microsoft.com/office/officeart/2005/8/layout/process1"/>
    <dgm:cxn modelId="{FFFE069C-DBD7-DC44-8860-D68294D97114}" type="presParOf" srcId="{0CCFCBB0-FAE7-C747-97DD-DCD67A497EE0}" destId="{8CB5DB29-D39A-3947-BA28-336D14D838A8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7807DE-B9E5-1C4F-83D6-953016408F6F}">
      <dsp:nvSpPr>
        <dsp:cNvPr id="0" name=""/>
        <dsp:cNvSpPr/>
      </dsp:nvSpPr>
      <dsp:spPr>
        <a:xfrm>
          <a:off x="3023566" y="1131"/>
          <a:ext cx="879337" cy="87933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Next </a:t>
          </a:r>
          <a:r>
            <a:rPr lang="en-US" sz="1400" kern="1200"/>
            <a:t>writen</a:t>
          </a:r>
          <a:r>
            <a:rPr lang="en-US" sz="1400" kern="1200" dirty="0"/>
            <a:t> buffer</a:t>
          </a:r>
        </a:p>
      </dsp:txBody>
      <dsp:txXfrm>
        <a:off x="3152342" y="129907"/>
        <a:ext cx="621785" cy="621785"/>
      </dsp:txXfrm>
    </dsp:sp>
    <dsp:sp modelId="{4BB8472B-437E-8549-98A4-A4065262A057}">
      <dsp:nvSpPr>
        <dsp:cNvPr id="0" name=""/>
        <dsp:cNvSpPr/>
      </dsp:nvSpPr>
      <dsp:spPr>
        <a:xfrm rot="1350000">
          <a:off x="3950470" y="542816"/>
          <a:ext cx="234587" cy="2967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3953149" y="588705"/>
        <a:ext cx="164211" cy="178066"/>
      </dsp:txXfrm>
    </dsp:sp>
    <dsp:sp modelId="{8AFB3C48-C564-114F-A75A-071573B369CA}">
      <dsp:nvSpPr>
        <dsp:cNvPr id="0" name=""/>
        <dsp:cNvSpPr/>
      </dsp:nvSpPr>
      <dsp:spPr>
        <a:xfrm>
          <a:off x="4244893" y="507022"/>
          <a:ext cx="879337" cy="87933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 dirty="0"/>
        </a:p>
      </dsp:txBody>
      <dsp:txXfrm>
        <a:off x="4373669" y="635798"/>
        <a:ext cx="621785" cy="621785"/>
      </dsp:txXfrm>
    </dsp:sp>
    <dsp:sp modelId="{C524F538-389B-7542-B03E-25C7ED654301}">
      <dsp:nvSpPr>
        <dsp:cNvPr id="0" name=""/>
        <dsp:cNvSpPr/>
      </dsp:nvSpPr>
      <dsp:spPr>
        <a:xfrm rot="4050000">
          <a:off x="4817672" y="1402832"/>
          <a:ext cx="234587" cy="2967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4839394" y="1429678"/>
        <a:ext cx="164211" cy="178066"/>
      </dsp:txXfrm>
    </dsp:sp>
    <dsp:sp modelId="{69906ED0-B63F-C945-B6F3-5C19B6B5D2C3}">
      <dsp:nvSpPr>
        <dsp:cNvPr id="0" name=""/>
        <dsp:cNvSpPr/>
      </dsp:nvSpPr>
      <dsp:spPr>
        <a:xfrm>
          <a:off x="4750784" y="1728349"/>
          <a:ext cx="879337" cy="87933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 dirty="0"/>
        </a:p>
      </dsp:txBody>
      <dsp:txXfrm>
        <a:off x="4879560" y="1857125"/>
        <a:ext cx="621785" cy="621785"/>
      </dsp:txXfrm>
    </dsp:sp>
    <dsp:sp modelId="{F933B2B9-9B0B-EB40-B1C0-DA84967728AD}">
      <dsp:nvSpPr>
        <dsp:cNvPr id="0" name=""/>
        <dsp:cNvSpPr/>
      </dsp:nvSpPr>
      <dsp:spPr>
        <a:xfrm rot="6750000">
          <a:off x="4822754" y="2624159"/>
          <a:ext cx="234587" cy="2967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 rot="10800000">
        <a:off x="4871408" y="2651005"/>
        <a:ext cx="164211" cy="178066"/>
      </dsp:txXfrm>
    </dsp:sp>
    <dsp:sp modelId="{85209EE3-15E3-584D-9E71-DF98BDE72DEC}">
      <dsp:nvSpPr>
        <dsp:cNvPr id="0" name=""/>
        <dsp:cNvSpPr/>
      </dsp:nvSpPr>
      <dsp:spPr>
        <a:xfrm>
          <a:off x="4244893" y="2949676"/>
          <a:ext cx="879337" cy="87933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 dirty="0"/>
        </a:p>
      </dsp:txBody>
      <dsp:txXfrm>
        <a:off x="4373669" y="3078452"/>
        <a:ext cx="621785" cy="621785"/>
      </dsp:txXfrm>
    </dsp:sp>
    <dsp:sp modelId="{CADE1A2C-F6BE-DC46-88D3-A651EADCB8C4}">
      <dsp:nvSpPr>
        <dsp:cNvPr id="0" name=""/>
        <dsp:cNvSpPr/>
      </dsp:nvSpPr>
      <dsp:spPr>
        <a:xfrm rot="9450000">
          <a:off x="3962738" y="3491361"/>
          <a:ext cx="234587" cy="2967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 rot="10800000">
        <a:off x="4030435" y="3537250"/>
        <a:ext cx="164211" cy="178066"/>
      </dsp:txXfrm>
    </dsp:sp>
    <dsp:sp modelId="{864121F9-6F0D-D348-BA87-751F59430B01}">
      <dsp:nvSpPr>
        <dsp:cNvPr id="0" name=""/>
        <dsp:cNvSpPr/>
      </dsp:nvSpPr>
      <dsp:spPr>
        <a:xfrm>
          <a:off x="3023566" y="3455567"/>
          <a:ext cx="879337" cy="87933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 dirty="0"/>
        </a:p>
      </dsp:txBody>
      <dsp:txXfrm>
        <a:off x="3152342" y="3584343"/>
        <a:ext cx="621785" cy="621785"/>
      </dsp:txXfrm>
    </dsp:sp>
    <dsp:sp modelId="{571C2F39-F86C-FF4E-82BD-04972B1D535F}">
      <dsp:nvSpPr>
        <dsp:cNvPr id="0" name=""/>
        <dsp:cNvSpPr/>
      </dsp:nvSpPr>
      <dsp:spPr>
        <a:xfrm rot="12150000">
          <a:off x="2741411" y="3496443"/>
          <a:ext cx="234587" cy="2967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 rot="10800000">
        <a:off x="2809108" y="3569264"/>
        <a:ext cx="164211" cy="178066"/>
      </dsp:txXfrm>
    </dsp:sp>
    <dsp:sp modelId="{4844EE80-845E-4046-9D0F-078E75CC6DC6}">
      <dsp:nvSpPr>
        <dsp:cNvPr id="0" name=""/>
        <dsp:cNvSpPr/>
      </dsp:nvSpPr>
      <dsp:spPr>
        <a:xfrm>
          <a:off x="1802239" y="2949676"/>
          <a:ext cx="879337" cy="87933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 dirty="0"/>
        </a:p>
      </dsp:txBody>
      <dsp:txXfrm>
        <a:off x="1931015" y="3078452"/>
        <a:ext cx="621785" cy="621785"/>
      </dsp:txXfrm>
    </dsp:sp>
    <dsp:sp modelId="{E0F02CAD-7AD9-864B-9689-EF1EE114F7A7}">
      <dsp:nvSpPr>
        <dsp:cNvPr id="0" name=""/>
        <dsp:cNvSpPr/>
      </dsp:nvSpPr>
      <dsp:spPr>
        <a:xfrm rot="14850000">
          <a:off x="1874209" y="2636427"/>
          <a:ext cx="234587" cy="2967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 rot="10800000">
        <a:off x="1922863" y="2728291"/>
        <a:ext cx="164211" cy="178066"/>
      </dsp:txXfrm>
    </dsp:sp>
    <dsp:sp modelId="{F672BF92-8950-4F4E-9565-EC9220EB082E}">
      <dsp:nvSpPr>
        <dsp:cNvPr id="0" name=""/>
        <dsp:cNvSpPr/>
      </dsp:nvSpPr>
      <dsp:spPr>
        <a:xfrm>
          <a:off x="1296348" y="1728349"/>
          <a:ext cx="879337" cy="87933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Reading Buffer</a:t>
          </a:r>
        </a:p>
      </dsp:txBody>
      <dsp:txXfrm>
        <a:off x="1425124" y="1857125"/>
        <a:ext cx="621785" cy="621785"/>
      </dsp:txXfrm>
    </dsp:sp>
    <dsp:sp modelId="{D067CAEB-DB61-A945-9DC7-0E432ED2A5BE}">
      <dsp:nvSpPr>
        <dsp:cNvPr id="0" name=""/>
        <dsp:cNvSpPr/>
      </dsp:nvSpPr>
      <dsp:spPr>
        <a:xfrm rot="17550000">
          <a:off x="1869128" y="1415100"/>
          <a:ext cx="234587" cy="2967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1890850" y="1506964"/>
        <a:ext cx="164211" cy="178066"/>
      </dsp:txXfrm>
    </dsp:sp>
    <dsp:sp modelId="{ED7BD019-18A8-4F41-B2DB-9D14B65D006D}">
      <dsp:nvSpPr>
        <dsp:cNvPr id="0" name=""/>
        <dsp:cNvSpPr/>
      </dsp:nvSpPr>
      <dsp:spPr>
        <a:xfrm>
          <a:off x="1802239" y="507022"/>
          <a:ext cx="879337" cy="87933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Writing Buffer</a:t>
          </a:r>
        </a:p>
      </dsp:txBody>
      <dsp:txXfrm>
        <a:off x="1931015" y="635798"/>
        <a:ext cx="621785" cy="621785"/>
      </dsp:txXfrm>
    </dsp:sp>
    <dsp:sp modelId="{59BB509F-ACF7-014F-8B82-6EEFBD19EF59}">
      <dsp:nvSpPr>
        <dsp:cNvPr id="0" name=""/>
        <dsp:cNvSpPr/>
      </dsp:nvSpPr>
      <dsp:spPr>
        <a:xfrm rot="20250000">
          <a:off x="2729143" y="547898"/>
          <a:ext cx="234587" cy="2967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2731822" y="620719"/>
        <a:ext cx="164211" cy="1780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9F8C99-498F-8448-BF39-21103B3867CD}">
      <dsp:nvSpPr>
        <dsp:cNvPr id="0" name=""/>
        <dsp:cNvSpPr/>
      </dsp:nvSpPr>
      <dsp:spPr>
        <a:xfrm>
          <a:off x="1535888" y="70413"/>
          <a:ext cx="1428222" cy="9283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/>
            <a:t>There is trigger interrupt and ADC completed reading N samples</a:t>
          </a:r>
        </a:p>
      </dsp:txBody>
      <dsp:txXfrm>
        <a:off x="1581206" y="115731"/>
        <a:ext cx="1337586" cy="837708"/>
      </dsp:txXfrm>
    </dsp:sp>
    <dsp:sp modelId="{CBEFCFA4-DBEE-5041-A0EE-3D70327748F6}">
      <dsp:nvSpPr>
        <dsp:cNvPr id="0" name=""/>
        <dsp:cNvSpPr/>
      </dsp:nvSpPr>
      <dsp:spPr>
        <a:xfrm>
          <a:off x="714585" y="534585"/>
          <a:ext cx="3070828" cy="3070828"/>
        </a:xfrm>
        <a:custGeom>
          <a:avLst/>
          <a:gdLst/>
          <a:ahLst/>
          <a:cxnLst/>
          <a:rect l="0" t="0" r="0" b="0"/>
          <a:pathLst>
            <a:path>
              <a:moveTo>
                <a:pt x="2447181" y="300028"/>
              </a:moveTo>
              <a:arcTo wR="1535414" hR="1535414" stAng="18385735" swAng="163571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FBB5C0-479C-314E-B997-3129E1178B9A}">
      <dsp:nvSpPr>
        <dsp:cNvPr id="0" name=""/>
        <dsp:cNvSpPr/>
      </dsp:nvSpPr>
      <dsp:spPr>
        <a:xfrm>
          <a:off x="3071302" y="1605827"/>
          <a:ext cx="1428222" cy="9283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/>
            <a:t>CPU starts ADC and DMA to read N samples</a:t>
          </a:r>
        </a:p>
      </dsp:txBody>
      <dsp:txXfrm>
        <a:off x="3116620" y="1651145"/>
        <a:ext cx="1337586" cy="837708"/>
      </dsp:txXfrm>
    </dsp:sp>
    <dsp:sp modelId="{7F572259-AABD-604C-AD25-E9F7AEC0DBE4}">
      <dsp:nvSpPr>
        <dsp:cNvPr id="0" name=""/>
        <dsp:cNvSpPr/>
      </dsp:nvSpPr>
      <dsp:spPr>
        <a:xfrm>
          <a:off x="714585" y="534585"/>
          <a:ext cx="3070828" cy="3070828"/>
        </a:xfrm>
        <a:custGeom>
          <a:avLst/>
          <a:gdLst/>
          <a:ahLst/>
          <a:cxnLst/>
          <a:rect l="0" t="0" r="0" b="0"/>
          <a:pathLst>
            <a:path>
              <a:moveTo>
                <a:pt x="2911784" y="2215930"/>
              </a:moveTo>
              <a:arcTo wR="1535414" hR="1535414" stAng="1578545" swAng="163571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F1E49C-8989-B440-85F9-AB584255B430}">
      <dsp:nvSpPr>
        <dsp:cNvPr id="0" name=""/>
        <dsp:cNvSpPr/>
      </dsp:nvSpPr>
      <dsp:spPr>
        <a:xfrm>
          <a:off x="1535888" y="3141241"/>
          <a:ext cx="1428222" cy="9283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/>
            <a:t>ADC reads N samples</a:t>
          </a:r>
        </a:p>
      </dsp:txBody>
      <dsp:txXfrm>
        <a:off x="1581206" y="3186559"/>
        <a:ext cx="1337586" cy="837708"/>
      </dsp:txXfrm>
    </dsp:sp>
    <dsp:sp modelId="{42DABB37-C366-FE43-BCCE-1D5650FB1345}">
      <dsp:nvSpPr>
        <dsp:cNvPr id="0" name=""/>
        <dsp:cNvSpPr/>
      </dsp:nvSpPr>
      <dsp:spPr>
        <a:xfrm>
          <a:off x="698566" y="526289"/>
          <a:ext cx="3070828" cy="3070828"/>
        </a:xfrm>
        <a:custGeom>
          <a:avLst/>
          <a:gdLst/>
          <a:ahLst/>
          <a:cxnLst/>
          <a:rect l="0" t="0" r="0" b="0"/>
          <a:pathLst>
            <a:path>
              <a:moveTo>
                <a:pt x="666516" y="2801318"/>
              </a:moveTo>
              <a:arcTo wR="1535414" hR="1535414" stAng="7467907" swAng="1376847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91C759-787F-3645-8EEB-39AB7EFCB09B}">
      <dsp:nvSpPr>
        <dsp:cNvPr id="0" name=""/>
        <dsp:cNvSpPr/>
      </dsp:nvSpPr>
      <dsp:spPr>
        <a:xfrm>
          <a:off x="0" y="1786267"/>
          <a:ext cx="1428222" cy="9283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/>
            <a:t>DMA copies N samples to a buffer</a:t>
          </a:r>
        </a:p>
      </dsp:txBody>
      <dsp:txXfrm>
        <a:off x="45318" y="1831585"/>
        <a:ext cx="1337586" cy="837708"/>
      </dsp:txXfrm>
    </dsp:sp>
    <dsp:sp modelId="{B8A9004F-0892-9845-8BBF-F03C1734317C}">
      <dsp:nvSpPr>
        <dsp:cNvPr id="0" name=""/>
        <dsp:cNvSpPr/>
      </dsp:nvSpPr>
      <dsp:spPr>
        <a:xfrm>
          <a:off x="702124" y="541059"/>
          <a:ext cx="3070828" cy="3070828"/>
        </a:xfrm>
        <a:custGeom>
          <a:avLst/>
          <a:gdLst/>
          <a:ahLst/>
          <a:cxnLst/>
          <a:rect l="0" t="0" r="0" b="0"/>
          <a:pathLst>
            <a:path>
              <a:moveTo>
                <a:pt x="101272" y="987023"/>
              </a:moveTo>
              <a:arcTo wR="1535414" hR="1535414" stAng="12055560" swAng="191104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9F8C99-498F-8448-BF39-21103B3867CD}">
      <dsp:nvSpPr>
        <dsp:cNvPr id="0" name=""/>
        <dsp:cNvSpPr/>
      </dsp:nvSpPr>
      <dsp:spPr>
        <a:xfrm>
          <a:off x="1535888" y="70413"/>
          <a:ext cx="1428222" cy="9283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/>
            <a:t>There is UART completed transmission interrupt</a:t>
          </a:r>
        </a:p>
      </dsp:txBody>
      <dsp:txXfrm>
        <a:off x="1581206" y="115731"/>
        <a:ext cx="1337586" cy="837708"/>
      </dsp:txXfrm>
    </dsp:sp>
    <dsp:sp modelId="{CBEFCFA4-DBEE-5041-A0EE-3D70327748F6}">
      <dsp:nvSpPr>
        <dsp:cNvPr id="0" name=""/>
        <dsp:cNvSpPr/>
      </dsp:nvSpPr>
      <dsp:spPr>
        <a:xfrm>
          <a:off x="714585" y="534585"/>
          <a:ext cx="3070828" cy="3070828"/>
        </a:xfrm>
        <a:custGeom>
          <a:avLst/>
          <a:gdLst/>
          <a:ahLst/>
          <a:cxnLst/>
          <a:rect l="0" t="0" r="0" b="0"/>
          <a:pathLst>
            <a:path>
              <a:moveTo>
                <a:pt x="2447181" y="300028"/>
              </a:moveTo>
              <a:arcTo wR="1535414" hR="1535414" stAng="18385735" swAng="163571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FBB5C0-479C-314E-B997-3129E1178B9A}">
      <dsp:nvSpPr>
        <dsp:cNvPr id="0" name=""/>
        <dsp:cNvSpPr/>
      </dsp:nvSpPr>
      <dsp:spPr>
        <a:xfrm>
          <a:off x="3071302" y="1605827"/>
          <a:ext cx="1428222" cy="9283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/>
            <a:t>CPU starts DMA and UART to transmit N samples to LabVIEW</a:t>
          </a:r>
        </a:p>
      </dsp:txBody>
      <dsp:txXfrm>
        <a:off x="3116620" y="1651145"/>
        <a:ext cx="1337586" cy="837708"/>
      </dsp:txXfrm>
    </dsp:sp>
    <dsp:sp modelId="{7F572259-AABD-604C-AD25-E9F7AEC0DBE4}">
      <dsp:nvSpPr>
        <dsp:cNvPr id="0" name=""/>
        <dsp:cNvSpPr/>
      </dsp:nvSpPr>
      <dsp:spPr>
        <a:xfrm>
          <a:off x="681262" y="656992"/>
          <a:ext cx="3070828" cy="3070828"/>
        </a:xfrm>
        <a:custGeom>
          <a:avLst/>
          <a:gdLst/>
          <a:ahLst/>
          <a:cxnLst/>
          <a:rect l="0" t="0" r="0" b="0"/>
          <a:pathLst>
            <a:path>
              <a:moveTo>
                <a:pt x="2971784" y="2077943"/>
              </a:moveTo>
              <a:arcTo wR="1535414" hR="1535414" stAng="1241519" swAng="1457853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91C759-787F-3645-8EEB-39AB7EFCB09B}">
      <dsp:nvSpPr>
        <dsp:cNvPr id="0" name=""/>
        <dsp:cNvSpPr/>
      </dsp:nvSpPr>
      <dsp:spPr>
        <a:xfrm>
          <a:off x="1716328" y="3211655"/>
          <a:ext cx="1428222" cy="9283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/>
            <a:t>DMA copies N samples to UART</a:t>
          </a:r>
        </a:p>
      </dsp:txBody>
      <dsp:txXfrm>
        <a:off x="1761646" y="3256973"/>
        <a:ext cx="1337586" cy="837708"/>
      </dsp:txXfrm>
    </dsp:sp>
    <dsp:sp modelId="{B8A9004F-0892-9845-8BBF-F03C1734317C}">
      <dsp:nvSpPr>
        <dsp:cNvPr id="0" name=""/>
        <dsp:cNvSpPr/>
      </dsp:nvSpPr>
      <dsp:spPr>
        <a:xfrm>
          <a:off x="741606" y="630473"/>
          <a:ext cx="3070828" cy="3070828"/>
        </a:xfrm>
        <a:custGeom>
          <a:avLst/>
          <a:gdLst/>
          <a:ahLst/>
          <a:cxnLst/>
          <a:rect l="0" t="0" r="0" b="0"/>
          <a:pathLst>
            <a:path>
              <a:moveTo>
                <a:pt x="722948" y="2838256"/>
              </a:moveTo>
              <a:arcTo wR="1535414" hR="1535414" stAng="7316886" swAng="2018626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586CB4-C9C0-0044-AD11-5B0492118934}">
      <dsp:nvSpPr>
        <dsp:cNvPr id="0" name=""/>
        <dsp:cNvSpPr/>
      </dsp:nvSpPr>
      <dsp:spPr>
        <a:xfrm>
          <a:off x="474" y="1605827"/>
          <a:ext cx="1428222" cy="9283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/>
            <a:t>UART transmits N samples to LabVIEW</a:t>
          </a:r>
        </a:p>
      </dsp:txBody>
      <dsp:txXfrm>
        <a:off x="45792" y="1651145"/>
        <a:ext cx="1337586" cy="837708"/>
      </dsp:txXfrm>
    </dsp:sp>
    <dsp:sp modelId="{36F78858-D7C2-C249-A0B9-F1938D1BD8F0}">
      <dsp:nvSpPr>
        <dsp:cNvPr id="0" name=""/>
        <dsp:cNvSpPr/>
      </dsp:nvSpPr>
      <dsp:spPr>
        <a:xfrm>
          <a:off x="714585" y="534585"/>
          <a:ext cx="3070828" cy="3070828"/>
        </a:xfrm>
        <a:custGeom>
          <a:avLst/>
          <a:gdLst/>
          <a:ahLst/>
          <a:cxnLst/>
          <a:rect l="0" t="0" r="0" b="0"/>
          <a:pathLst>
            <a:path>
              <a:moveTo>
                <a:pt x="159044" y="854898"/>
              </a:moveTo>
              <a:arcTo wR="1535414" hR="1535414" stAng="12378545" swAng="163571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99B325-DF57-8648-A8BC-8D557B26F1B4}">
      <dsp:nvSpPr>
        <dsp:cNvPr id="0" name=""/>
        <dsp:cNvSpPr/>
      </dsp:nvSpPr>
      <dsp:spPr>
        <a:xfrm>
          <a:off x="10264" y="0"/>
          <a:ext cx="1590162" cy="12010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/>
            <a:t>“Controller” receives a command via UART.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/>
            <a:t>Firmware will ignore all new command while it is processing a command.</a:t>
          </a:r>
        </a:p>
      </dsp:txBody>
      <dsp:txXfrm>
        <a:off x="45441" y="35177"/>
        <a:ext cx="1519808" cy="1130674"/>
      </dsp:txXfrm>
    </dsp:sp>
    <dsp:sp modelId="{61193A5B-5BAA-8F47-983A-A0CE249A31C8}">
      <dsp:nvSpPr>
        <dsp:cNvPr id="0" name=""/>
        <dsp:cNvSpPr/>
      </dsp:nvSpPr>
      <dsp:spPr>
        <a:xfrm>
          <a:off x="1759442" y="403333"/>
          <a:ext cx="337114" cy="394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1759442" y="482205"/>
        <a:ext cx="235980" cy="236616"/>
      </dsp:txXfrm>
    </dsp:sp>
    <dsp:sp modelId="{7DDBBE8C-4BBF-614A-AABF-717B3C90CF65}">
      <dsp:nvSpPr>
        <dsp:cNvPr id="0" name=""/>
        <dsp:cNvSpPr/>
      </dsp:nvSpPr>
      <dsp:spPr>
        <a:xfrm>
          <a:off x="2236491" y="0"/>
          <a:ext cx="1590162" cy="12010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/>
            <a:t>“Controller” parse the command and create the command object (</a:t>
          </a:r>
          <a:r>
            <a:rPr lang="en-US" sz="1200" kern="1200" dirty="0" err="1"/>
            <a:t>cmd_get</a:t>
          </a:r>
          <a:r>
            <a:rPr lang="en-US" sz="1200" kern="1200" dirty="0"/>
            <a:t>, </a:t>
          </a:r>
          <a:r>
            <a:rPr lang="en-US" sz="1200" kern="1200" dirty="0" err="1"/>
            <a:t>cmd_run</a:t>
          </a:r>
          <a:r>
            <a:rPr lang="en-US" sz="1200" kern="1200" dirty="0"/>
            <a:t> or </a:t>
          </a:r>
          <a:r>
            <a:rPr lang="en-US" sz="1200" kern="1200" dirty="0" err="1"/>
            <a:t>cmd_set</a:t>
          </a:r>
          <a:r>
            <a:rPr lang="en-US" sz="1200" kern="1200" dirty="0"/>
            <a:t>) </a:t>
          </a:r>
        </a:p>
      </dsp:txBody>
      <dsp:txXfrm>
        <a:off x="2271668" y="35177"/>
        <a:ext cx="1519808" cy="1130674"/>
      </dsp:txXfrm>
    </dsp:sp>
    <dsp:sp modelId="{F9254BEC-BD8C-8F41-B251-575B23DDBB35}">
      <dsp:nvSpPr>
        <dsp:cNvPr id="0" name=""/>
        <dsp:cNvSpPr/>
      </dsp:nvSpPr>
      <dsp:spPr>
        <a:xfrm>
          <a:off x="3985670" y="403333"/>
          <a:ext cx="337114" cy="394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3985670" y="482205"/>
        <a:ext cx="235980" cy="236616"/>
      </dsp:txXfrm>
    </dsp:sp>
    <dsp:sp modelId="{D727A361-C70F-4E42-BC4B-A4E89868B4E7}">
      <dsp:nvSpPr>
        <dsp:cNvPr id="0" name=""/>
        <dsp:cNvSpPr/>
      </dsp:nvSpPr>
      <dsp:spPr>
        <a:xfrm>
          <a:off x="4462718" y="0"/>
          <a:ext cx="1590162" cy="12010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/>
            <a:t>“Controller” requests the command object to execute and make response</a:t>
          </a:r>
        </a:p>
      </dsp:txBody>
      <dsp:txXfrm>
        <a:off x="4497895" y="35177"/>
        <a:ext cx="1519808" cy="1130674"/>
      </dsp:txXfrm>
    </dsp:sp>
    <dsp:sp modelId="{F76FD561-5A45-5844-8A38-BCFC6308D9C5}">
      <dsp:nvSpPr>
        <dsp:cNvPr id="0" name=""/>
        <dsp:cNvSpPr/>
      </dsp:nvSpPr>
      <dsp:spPr>
        <a:xfrm>
          <a:off x="6211897" y="403333"/>
          <a:ext cx="337114" cy="394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6211897" y="482205"/>
        <a:ext cx="235980" cy="236616"/>
      </dsp:txXfrm>
    </dsp:sp>
    <dsp:sp modelId="{66BF278D-A223-2F4A-905D-109745D65210}">
      <dsp:nvSpPr>
        <dsp:cNvPr id="0" name=""/>
        <dsp:cNvSpPr/>
      </dsp:nvSpPr>
      <dsp:spPr>
        <a:xfrm>
          <a:off x="6688946" y="0"/>
          <a:ext cx="1590162" cy="12010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/>
            <a:t>“Controller” transmits response to LabVIEW</a:t>
          </a:r>
        </a:p>
      </dsp:txBody>
      <dsp:txXfrm>
        <a:off x="6724123" y="35177"/>
        <a:ext cx="1519808" cy="1130674"/>
      </dsp:txXfrm>
    </dsp:sp>
    <dsp:sp modelId="{05991CE3-23C9-F440-956A-065B2CFE5341}">
      <dsp:nvSpPr>
        <dsp:cNvPr id="0" name=""/>
        <dsp:cNvSpPr/>
      </dsp:nvSpPr>
      <dsp:spPr>
        <a:xfrm>
          <a:off x="8438124" y="403333"/>
          <a:ext cx="337114" cy="394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8438124" y="482205"/>
        <a:ext cx="235980" cy="236616"/>
      </dsp:txXfrm>
    </dsp:sp>
    <dsp:sp modelId="{8CB5DB29-D39A-3947-BA28-336D14D838A8}">
      <dsp:nvSpPr>
        <dsp:cNvPr id="0" name=""/>
        <dsp:cNvSpPr/>
      </dsp:nvSpPr>
      <dsp:spPr>
        <a:xfrm>
          <a:off x="8915173" y="0"/>
          <a:ext cx="1590162" cy="12010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/>
            <a:t>Firmware is ready to receive the new command.</a:t>
          </a:r>
        </a:p>
      </dsp:txBody>
      <dsp:txXfrm>
        <a:off x="8950350" y="35177"/>
        <a:ext cx="1519808" cy="11306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B4472C-E5E1-E749-B836-15B273B523F4}" type="datetimeFigureOut">
              <a:rPr lang="x-none" smtClean="0"/>
              <a:t>2/1/2024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91E23-3CC3-E34F-87B5-FE55C38BA9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93741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566863"/>
            <a:ext cx="10515600" cy="1778221"/>
          </a:xfrm>
        </p:spPr>
        <p:txBody>
          <a:bodyPr anchor="ctr">
            <a:normAutofit/>
          </a:bodyPr>
          <a:lstStyle>
            <a:lvl1pPr algn="ctr">
              <a:defRPr sz="4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1" y="3634452"/>
            <a:ext cx="10515600" cy="1501112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A1899-24AE-7F4C-A342-F7196B6A1C34}" type="datetime1">
              <a:rPr lang="en-US" smtClean="0"/>
              <a:t>2/1/2024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‹#›</a:t>
            </a:r>
            <a:endParaRPr 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0323-80E5-E245-84A8-B880E41F3922}" type="slidenum">
              <a:rPr lang="x-none" smtClean="0"/>
              <a:pPr/>
              <a:t>‹#›</a:t>
            </a:fld>
            <a:r>
              <a:rPr lang="x-none" dirty="0"/>
              <a:t>/17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9E2F1E6B-B86D-A04E-8037-B243D02FDE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93448" y="435484"/>
            <a:ext cx="979200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574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9436331" cy="589809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9156"/>
            <a:ext cx="10515600" cy="514780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DA70C-5C57-D640-9E8B-F2B9F1F19B15}" type="datetime1">
              <a:rPr lang="en-US" smtClean="0"/>
              <a:t>2/1/2024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/>
              <a:t>‹#›</a:t>
            </a:r>
            <a:endParaRPr 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0323-80E5-E245-84A8-B880E41F3922}" type="slidenum">
              <a:rPr lang="x-none" smtClean="0"/>
              <a:t>‹#›</a:t>
            </a:fld>
            <a:r>
              <a:rPr lang="x-none" dirty="0"/>
              <a:t>/17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94C125B4-A405-E748-B69A-D914E8A44EC4}"/>
              </a:ext>
            </a:extLst>
          </p:cNvPr>
          <p:cNvCxnSpPr>
            <a:cxnSpLocks/>
          </p:cNvCxnSpPr>
          <p:nvPr userDrawn="1"/>
        </p:nvCxnSpPr>
        <p:spPr>
          <a:xfrm>
            <a:off x="838200" y="941706"/>
            <a:ext cx="10515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66A6E821-20B8-8945-AA95-9E909B431D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93448" y="435484"/>
            <a:ext cx="979200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31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E0F2D-CA20-7C4E-9998-69B7F3379849}" type="datetime1">
              <a:rPr lang="en-US" smtClean="0"/>
              <a:t>2/1/2024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‹#›</a:t>
            </a:r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0323-80E5-E245-84A8-B880E41F392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51912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5295B-D327-7E4B-8F9D-756BF1FABC7C}" type="datetime1">
              <a:rPr lang="en-US" smtClean="0"/>
              <a:t>2/1/2024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‹#›</a:t>
            </a:r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0323-80E5-E245-84A8-B880E41F392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03885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76CE9-9C4D-E04D-80FE-0721C5E3444A}" type="datetime1">
              <a:rPr lang="en-US" smtClean="0"/>
              <a:t>2/1/2024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‹#›</a:t>
            </a:r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0323-80E5-E245-84A8-B880E41F392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31708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D8A28-C7DC-BB46-B735-8D07B6535E47}" type="datetime1">
              <a:rPr lang="en-US" smtClean="0"/>
              <a:t>2/1/2024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‹#›</a:t>
            </a:r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0323-80E5-E245-84A8-B880E41F392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88594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2D95-42E2-374A-9507-EA6D0F3ADA12}" type="datetime1">
              <a:rPr lang="en-US" smtClean="0"/>
              <a:t>2/1/2024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‹#›</a:t>
            </a:r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0323-80E5-E245-84A8-B880E41F392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00471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F57DD-7157-6641-BF07-E1BCB92F40CD}" type="datetime1">
              <a:rPr lang="en-US" smtClean="0"/>
              <a:t>2/1/2024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‹#›</a:t>
            </a:r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0323-80E5-E245-84A8-B880E41F392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72577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3230E-9BC5-4945-8C1D-57588AB2FB21}" type="datetime1">
              <a:rPr lang="en-US" smtClean="0"/>
              <a:t>2/1/2024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‹#›</a:t>
            </a:r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0323-80E5-E245-84A8-B880E41F392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6538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DF77-8AD8-0744-ABB8-836D5CF88E87}" type="datetime1">
              <a:rPr lang="en-US" smtClean="0"/>
              <a:t>2/1/2024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‹#›</a:t>
            </a:r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0323-80E5-E245-84A8-B880E41F392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50651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4675-212F-5B45-ACCE-FF82DF240E61}" type="datetime1">
              <a:rPr lang="en-US" smtClean="0"/>
              <a:t>2/1/2024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‹#›</a:t>
            </a:r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0323-80E5-E245-84A8-B880E41F392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97711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6BC3E-3484-CB4E-9B83-976363CC976E}" type="datetime1">
              <a:rPr lang="en-US" smtClean="0"/>
              <a:t>2/1/2024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‹#›</a:t>
            </a:r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C0323-80E5-E245-84A8-B880E41F392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034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176" r:id="rId1"/>
    <p:sldLayoutId id="2147486177" r:id="rId2"/>
    <p:sldLayoutId id="2147486178" r:id="rId3"/>
    <p:sldLayoutId id="2147486179" r:id="rId4"/>
    <p:sldLayoutId id="2147486180" r:id="rId5"/>
    <p:sldLayoutId id="2147486181" r:id="rId6"/>
    <p:sldLayoutId id="2147486182" r:id="rId7"/>
    <p:sldLayoutId id="2147486183" r:id="rId8"/>
    <p:sldLayoutId id="2147486184" r:id="rId9"/>
    <p:sldLayoutId id="2147486185" r:id="rId10"/>
    <p:sldLayoutId id="214748618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20.png"/><Relationship Id="rId4" Type="http://schemas.openxmlformats.org/officeDocument/2006/relationships/image" Target="../media/image1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6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8C5B06-96AC-A04E-BC01-9C4B773260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Architecture Design</a:t>
            </a:r>
            <a:br>
              <a:rPr lang="en-US" dirty="0"/>
            </a:br>
            <a:r>
              <a:rPr lang="en-US" dirty="0"/>
              <a:t>of PECT</a:t>
            </a:r>
            <a:endParaRPr lang="x-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7CBB724-BCC5-6E42-AD16-5BE7592572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Nguyen Xuan Que</a:t>
            </a:r>
          </a:p>
          <a:p>
            <a:r>
              <a:rPr lang="en-US" dirty="0"/>
              <a:t>Hanoi</a:t>
            </a:r>
            <a:r>
              <a:rPr lang="en-US"/>
              <a:t>, Jan-2024</a:t>
            </a:r>
            <a:endParaRPr lang="en-US" dirty="0"/>
          </a:p>
          <a:p>
            <a:r>
              <a:rPr lang="en-US" dirty="0"/>
              <a:t>Version 0.02</a:t>
            </a:r>
            <a:endParaRPr lang="x-non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14B46F79-01E9-6E49-A291-3D885EB36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0323-80E5-E245-84A8-B880E41F3922}" type="slidenum">
              <a:rPr lang="x-none" smtClean="0"/>
              <a:pPr/>
              <a:t>1</a:t>
            </a:fld>
            <a:r>
              <a:rPr lang="x-none"/>
              <a:t>/17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797233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Software Requirement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LabVIEW Design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Firmware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0323-80E5-E245-84A8-B880E41F3922}" type="slidenum">
              <a:rPr lang="x-none" smtClean="0"/>
              <a:t>2</a:t>
            </a:fld>
            <a:r>
              <a:rPr lang="x-none"/>
              <a:t>/17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163803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A963B6-5BB1-274A-BE85-518AFAD93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Software Requirement</a:t>
            </a:r>
            <a:endParaRPr lang="x-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75177E1-3000-EA46-B1CC-7F0F6F897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0323-80E5-E245-84A8-B880E41F3922}" type="slidenum">
              <a:rPr lang="x-none" smtClean="0"/>
              <a:t>3</a:t>
            </a:fld>
            <a:r>
              <a:rPr lang="x-none" dirty="0"/>
              <a:t>/17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77B37740-B99F-C34A-AE89-E0DE15559883}"/>
              </a:ext>
            </a:extLst>
          </p:cNvPr>
          <p:cNvGrpSpPr/>
          <p:nvPr/>
        </p:nvGrpSpPr>
        <p:grpSpPr>
          <a:xfrm>
            <a:off x="1310950" y="1440006"/>
            <a:ext cx="9806074" cy="4469704"/>
            <a:chOff x="1310950" y="1440006"/>
            <a:chExt cx="9806074" cy="4469704"/>
          </a:xfrm>
        </p:grpSpPr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xmlns="" id="{1B9A6B61-8513-C84C-BAAE-64DC2EFDB5B1}"/>
                </a:ext>
              </a:extLst>
            </p:cNvPr>
            <p:cNvCxnSpPr>
              <a:cxnSpLocks/>
              <a:stCxn id="104" idx="0"/>
              <a:endCxn id="104" idx="3"/>
            </p:cNvCxnSpPr>
            <p:nvPr/>
          </p:nvCxnSpPr>
          <p:spPr>
            <a:xfrm rot="16200000" flipH="1">
              <a:off x="7720549" y="1390631"/>
              <a:ext cx="1070079" cy="1168829"/>
            </a:xfrm>
            <a:prstGeom prst="bentConnector4">
              <a:avLst>
                <a:gd name="adj1" fmla="val -33016"/>
                <a:gd name="adj2" fmla="val 133782"/>
              </a:avLst>
            </a:prstGeom>
            <a:ln w="31750">
              <a:solidFill>
                <a:schemeClr val="accent2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9C4E056-ED25-5A45-A948-5EEF39EDF6CE}"/>
                </a:ext>
              </a:extLst>
            </p:cNvPr>
            <p:cNvSpPr>
              <a:spLocks/>
            </p:cNvSpPr>
            <p:nvPr/>
          </p:nvSpPr>
          <p:spPr>
            <a:xfrm>
              <a:off x="4005278" y="5341044"/>
              <a:ext cx="1584000" cy="5486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x-none" sz="1400" b="1" dirty="0"/>
                <a:t>Sensor Board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BCA5B831-7DF6-8345-838E-38C750861330}"/>
                </a:ext>
              </a:extLst>
            </p:cNvPr>
            <p:cNvSpPr>
              <a:spLocks/>
            </p:cNvSpPr>
            <p:nvPr/>
          </p:nvSpPr>
          <p:spPr>
            <a:xfrm>
              <a:off x="6875351" y="5341044"/>
              <a:ext cx="1371600" cy="5486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x-none" sz="1400" b="1" dirty="0"/>
                <a:t>Coil</a:t>
              </a:r>
              <a:r>
                <a:rPr lang="en-US" sz="1400" b="1" dirty="0"/>
                <a:t>s</a:t>
              </a:r>
              <a:endParaRPr lang="x-none" sz="1400" b="1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xmlns="" id="{05BB269C-089D-A34B-B527-350F667D395A}"/>
                </a:ext>
              </a:extLst>
            </p:cNvPr>
            <p:cNvCxnSpPr>
              <a:cxnSpLocks/>
              <a:stCxn id="6" idx="0"/>
              <a:endCxn id="104" idx="2"/>
            </p:cNvCxnSpPr>
            <p:nvPr/>
          </p:nvCxnSpPr>
          <p:spPr>
            <a:xfrm flipV="1">
              <a:off x="4797278" y="3580164"/>
              <a:ext cx="2873897" cy="1760880"/>
            </a:xfrm>
            <a:prstGeom prst="straightConnector1">
              <a:avLst/>
            </a:prstGeom>
            <a:ln w="317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xmlns="" id="{FCC2D45E-E3BF-FC47-8F25-6E855AF74F33}"/>
                </a:ext>
              </a:extLst>
            </p:cNvPr>
            <p:cNvGrpSpPr/>
            <p:nvPr/>
          </p:nvGrpSpPr>
          <p:grpSpPr>
            <a:xfrm>
              <a:off x="8583088" y="5312067"/>
              <a:ext cx="720000" cy="180001"/>
              <a:chOff x="4422913" y="1620078"/>
              <a:chExt cx="720000" cy="180001"/>
            </a:xfrm>
          </p:grpSpPr>
          <p:cxnSp>
            <p:nvCxnSpPr>
              <p:cNvPr id="33" name="Elbow Connector 32">
                <a:extLst>
                  <a:ext uri="{FF2B5EF4-FFF2-40B4-BE49-F238E27FC236}">
                    <a16:creationId xmlns:a16="http://schemas.microsoft.com/office/drawing/2014/main" xmlns="" id="{7515C331-A8B2-A848-A711-6C5676F8B009}"/>
                  </a:ext>
                </a:extLst>
              </p:cNvPr>
              <p:cNvCxnSpPr/>
              <p:nvPr/>
            </p:nvCxnSpPr>
            <p:spPr>
              <a:xfrm flipV="1">
                <a:off x="4422913" y="1620078"/>
                <a:ext cx="180000" cy="180000"/>
              </a:xfrm>
              <a:prstGeom prst="bentConnector3">
                <a:avLst/>
              </a:prstGeom>
              <a:ln w="127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Elbow Connector 33">
                <a:extLst>
                  <a:ext uri="{FF2B5EF4-FFF2-40B4-BE49-F238E27FC236}">
                    <a16:creationId xmlns:a16="http://schemas.microsoft.com/office/drawing/2014/main" xmlns="" id="{93AE672D-8D24-BE4E-A42C-60A1A89126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02913" y="1620078"/>
                <a:ext cx="180000" cy="180000"/>
              </a:xfrm>
              <a:prstGeom prst="bentConnector3">
                <a:avLst/>
              </a:prstGeom>
              <a:ln w="127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Elbow Connector 34">
                <a:extLst>
                  <a:ext uri="{FF2B5EF4-FFF2-40B4-BE49-F238E27FC236}">
                    <a16:creationId xmlns:a16="http://schemas.microsoft.com/office/drawing/2014/main" xmlns="" id="{C1BEBF05-A8BE-DD42-ACEA-CA1215863A13}"/>
                  </a:ext>
                </a:extLst>
              </p:cNvPr>
              <p:cNvCxnSpPr/>
              <p:nvPr/>
            </p:nvCxnSpPr>
            <p:spPr>
              <a:xfrm flipV="1">
                <a:off x="4782913" y="1620079"/>
                <a:ext cx="180000" cy="180000"/>
              </a:xfrm>
              <a:prstGeom prst="bentConnector3">
                <a:avLst/>
              </a:prstGeom>
              <a:ln w="127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Elbow Connector 35">
                <a:extLst>
                  <a:ext uri="{FF2B5EF4-FFF2-40B4-BE49-F238E27FC236}">
                    <a16:creationId xmlns:a16="http://schemas.microsoft.com/office/drawing/2014/main" xmlns="" id="{BDA87634-19A8-7945-B22E-936C2C32FA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962913" y="1620079"/>
                <a:ext cx="180000" cy="180000"/>
              </a:xfrm>
              <a:prstGeom prst="bentConnector3">
                <a:avLst/>
              </a:prstGeom>
              <a:ln w="127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xmlns="" id="{FD692B7D-ED52-6B46-A65A-4CA91693A218}"/>
                </a:ext>
              </a:extLst>
            </p:cNvPr>
            <p:cNvGrpSpPr/>
            <p:nvPr/>
          </p:nvGrpSpPr>
          <p:grpSpPr>
            <a:xfrm>
              <a:off x="9330688" y="1664214"/>
              <a:ext cx="720000" cy="180001"/>
              <a:chOff x="4422913" y="1620078"/>
              <a:chExt cx="720000" cy="180001"/>
            </a:xfrm>
          </p:grpSpPr>
          <p:cxnSp>
            <p:nvCxnSpPr>
              <p:cNvPr id="40" name="Elbow Connector 39">
                <a:extLst>
                  <a:ext uri="{FF2B5EF4-FFF2-40B4-BE49-F238E27FC236}">
                    <a16:creationId xmlns:a16="http://schemas.microsoft.com/office/drawing/2014/main" xmlns="" id="{DD34DE5F-9310-BE45-B105-7B69F229D2CF}"/>
                  </a:ext>
                </a:extLst>
              </p:cNvPr>
              <p:cNvCxnSpPr/>
              <p:nvPr/>
            </p:nvCxnSpPr>
            <p:spPr>
              <a:xfrm flipV="1">
                <a:off x="4422913" y="1620078"/>
                <a:ext cx="180000" cy="180000"/>
              </a:xfrm>
              <a:prstGeom prst="bentConnector3">
                <a:avLst/>
              </a:prstGeom>
              <a:ln w="127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Elbow Connector 40">
                <a:extLst>
                  <a:ext uri="{FF2B5EF4-FFF2-40B4-BE49-F238E27FC236}">
                    <a16:creationId xmlns:a16="http://schemas.microsoft.com/office/drawing/2014/main" xmlns="" id="{BFABDA4C-82E5-AE43-8193-A0E2AB3C94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02913" y="1620078"/>
                <a:ext cx="180000" cy="180000"/>
              </a:xfrm>
              <a:prstGeom prst="bentConnector3">
                <a:avLst/>
              </a:prstGeom>
              <a:ln w="127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Elbow Connector 41">
                <a:extLst>
                  <a:ext uri="{FF2B5EF4-FFF2-40B4-BE49-F238E27FC236}">
                    <a16:creationId xmlns:a16="http://schemas.microsoft.com/office/drawing/2014/main" xmlns="" id="{F0943F9C-CCFC-424E-AEAB-5DDB14CF0EC1}"/>
                  </a:ext>
                </a:extLst>
              </p:cNvPr>
              <p:cNvCxnSpPr/>
              <p:nvPr/>
            </p:nvCxnSpPr>
            <p:spPr>
              <a:xfrm flipV="1">
                <a:off x="4782913" y="1620079"/>
                <a:ext cx="180000" cy="180000"/>
              </a:xfrm>
              <a:prstGeom prst="bentConnector3">
                <a:avLst/>
              </a:prstGeom>
              <a:ln w="127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Elbow Connector 42">
                <a:extLst>
                  <a:ext uri="{FF2B5EF4-FFF2-40B4-BE49-F238E27FC236}">
                    <a16:creationId xmlns:a16="http://schemas.microsoft.com/office/drawing/2014/main" xmlns="" id="{A782DDE4-9A1C-9543-A146-E2900808A7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962913" y="1620079"/>
                <a:ext cx="180000" cy="180000"/>
              </a:xfrm>
              <a:prstGeom prst="bentConnector3">
                <a:avLst/>
              </a:prstGeom>
              <a:ln w="127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xmlns="" id="{ADE89886-3929-7C48-97A5-67CAAE8F1C7C}"/>
                </a:ext>
              </a:extLst>
            </p:cNvPr>
            <p:cNvCxnSpPr>
              <a:cxnSpLocks/>
              <a:stCxn id="7" idx="1"/>
              <a:endCxn id="6" idx="3"/>
            </p:cNvCxnSpPr>
            <p:nvPr/>
          </p:nvCxnSpPr>
          <p:spPr>
            <a:xfrm flipH="1">
              <a:off x="5589278" y="5615364"/>
              <a:ext cx="1286073" cy="0"/>
            </a:xfrm>
            <a:prstGeom prst="straightConnector1">
              <a:avLst/>
            </a:prstGeom>
            <a:ln w="317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xmlns="" id="{B5E5BADA-23EA-654B-B9CA-81E09DD659A5}"/>
                </a:ext>
              </a:extLst>
            </p:cNvPr>
            <p:cNvGrpSpPr/>
            <p:nvPr/>
          </p:nvGrpSpPr>
          <p:grpSpPr>
            <a:xfrm>
              <a:off x="5443542" y="4193746"/>
              <a:ext cx="720000" cy="180001"/>
              <a:chOff x="4422913" y="1620078"/>
              <a:chExt cx="720000" cy="180001"/>
            </a:xfrm>
          </p:grpSpPr>
          <p:cxnSp>
            <p:nvCxnSpPr>
              <p:cNvPr id="45" name="Elbow Connector 44">
                <a:extLst>
                  <a:ext uri="{FF2B5EF4-FFF2-40B4-BE49-F238E27FC236}">
                    <a16:creationId xmlns:a16="http://schemas.microsoft.com/office/drawing/2014/main" xmlns="" id="{7133B77D-ECF0-7447-84BA-46915D2631F6}"/>
                  </a:ext>
                </a:extLst>
              </p:cNvPr>
              <p:cNvCxnSpPr/>
              <p:nvPr/>
            </p:nvCxnSpPr>
            <p:spPr>
              <a:xfrm flipV="1">
                <a:off x="4422913" y="1620078"/>
                <a:ext cx="180000" cy="180000"/>
              </a:xfrm>
              <a:prstGeom prst="bentConnector3">
                <a:avLst/>
              </a:prstGeom>
              <a:ln w="127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Elbow Connector 45">
                <a:extLst>
                  <a:ext uri="{FF2B5EF4-FFF2-40B4-BE49-F238E27FC236}">
                    <a16:creationId xmlns:a16="http://schemas.microsoft.com/office/drawing/2014/main" xmlns="" id="{CAC0E494-4BF6-4B4E-85F8-1B65CD4254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02913" y="1620078"/>
                <a:ext cx="180000" cy="180000"/>
              </a:xfrm>
              <a:prstGeom prst="bentConnector3">
                <a:avLst/>
              </a:prstGeom>
              <a:ln w="127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Elbow Connector 46">
                <a:extLst>
                  <a:ext uri="{FF2B5EF4-FFF2-40B4-BE49-F238E27FC236}">
                    <a16:creationId xmlns:a16="http://schemas.microsoft.com/office/drawing/2014/main" xmlns="" id="{48492D1C-571D-3D46-B6C4-5B8CFDB4BEC7}"/>
                  </a:ext>
                </a:extLst>
              </p:cNvPr>
              <p:cNvCxnSpPr/>
              <p:nvPr/>
            </p:nvCxnSpPr>
            <p:spPr>
              <a:xfrm flipV="1">
                <a:off x="4782913" y="1620079"/>
                <a:ext cx="180000" cy="180000"/>
              </a:xfrm>
              <a:prstGeom prst="bentConnector3">
                <a:avLst/>
              </a:prstGeom>
              <a:ln w="127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Elbow Connector 47">
                <a:extLst>
                  <a:ext uri="{FF2B5EF4-FFF2-40B4-BE49-F238E27FC236}">
                    <a16:creationId xmlns:a16="http://schemas.microsoft.com/office/drawing/2014/main" xmlns="" id="{2D3248D8-7569-6C49-9142-41EDB691CA5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962913" y="1620079"/>
                <a:ext cx="180000" cy="180000"/>
              </a:xfrm>
              <a:prstGeom prst="bentConnector3">
                <a:avLst/>
              </a:prstGeom>
              <a:ln w="127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xmlns="" id="{90FB4289-744B-5349-88C4-2A51A5C83472}"/>
                </a:ext>
              </a:extLst>
            </p:cNvPr>
            <p:cNvCxnSpPr>
              <a:cxnSpLocks/>
              <a:stCxn id="104" idx="1"/>
              <a:endCxn id="3" idx="3"/>
            </p:cNvCxnSpPr>
            <p:nvPr/>
          </p:nvCxnSpPr>
          <p:spPr>
            <a:xfrm flipH="1">
              <a:off x="3853200" y="2510085"/>
              <a:ext cx="2649145" cy="1"/>
            </a:xfrm>
            <a:prstGeom prst="straightConnector1">
              <a:avLst/>
            </a:prstGeom>
            <a:ln w="31750">
              <a:solidFill>
                <a:schemeClr val="tx1">
                  <a:lumMod val="50000"/>
                  <a:lumOff val="50000"/>
                </a:schemeClr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xmlns="" id="{95E093FB-1499-EF4A-8396-081FE95990CB}"/>
                </a:ext>
              </a:extLst>
            </p:cNvPr>
            <p:cNvGrpSpPr/>
            <p:nvPr/>
          </p:nvGrpSpPr>
          <p:grpSpPr>
            <a:xfrm>
              <a:off x="5915079" y="5345362"/>
              <a:ext cx="720000" cy="180001"/>
              <a:chOff x="4422913" y="1620078"/>
              <a:chExt cx="720000" cy="180001"/>
            </a:xfrm>
          </p:grpSpPr>
          <p:cxnSp>
            <p:nvCxnSpPr>
              <p:cNvPr id="89" name="Elbow Connector 88">
                <a:extLst>
                  <a:ext uri="{FF2B5EF4-FFF2-40B4-BE49-F238E27FC236}">
                    <a16:creationId xmlns:a16="http://schemas.microsoft.com/office/drawing/2014/main" xmlns="" id="{00AE55FA-771D-944B-B6E6-248178A775C5}"/>
                  </a:ext>
                </a:extLst>
              </p:cNvPr>
              <p:cNvCxnSpPr/>
              <p:nvPr/>
            </p:nvCxnSpPr>
            <p:spPr>
              <a:xfrm flipV="1">
                <a:off x="4422913" y="1620078"/>
                <a:ext cx="180000" cy="180000"/>
              </a:xfrm>
              <a:prstGeom prst="bentConnector3">
                <a:avLst/>
              </a:prstGeom>
              <a:ln w="127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Elbow Connector 89">
                <a:extLst>
                  <a:ext uri="{FF2B5EF4-FFF2-40B4-BE49-F238E27FC236}">
                    <a16:creationId xmlns:a16="http://schemas.microsoft.com/office/drawing/2014/main" xmlns="" id="{FABDA954-266E-BA4F-B4DC-ACE4C25F21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02913" y="1620078"/>
                <a:ext cx="180000" cy="180000"/>
              </a:xfrm>
              <a:prstGeom prst="bentConnector3">
                <a:avLst/>
              </a:prstGeom>
              <a:ln w="127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Elbow Connector 90">
                <a:extLst>
                  <a:ext uri="{FF2B5EF4-FFF2-40B4-BE49-F238E27FC236}">
                    <a16:creationId xmlns:a16="http://schemas.microsoft.com/office/drawing/2014/main" xmlns="" id="{2BA637DB-F60F-BA42-97AC-F0D5001C3470}"/>
                  </a:ext>
                </a:extLst>
              </p:cNvPr>
              <p:cNvCxnSpPr/>
              <p:nvPr/>
            </p:nvCxnSpPr>
            <p:spPr>
              <a:xfrm flipV="1">
                <a:off x="4782913" y="1620079"/>
                <a:ext cx="180000" cy="180000"/>
              </a:xfrm>
              <a:prstGeom prst="bentConnector3">
                <a:avLst/>
              </a:prstGeom>
              <a:ln w="127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Elbow Connector 91">
                <a:extLst>
                  <a:ext uri="{FF2B5EF4-FFF2-40B4-BE49-F238E27FC236}">
                    <a16:creationId xmlns:a16="http://schemas.microsoft.com/office/drawing/2014/main" xmlns="" id="{0EDDABA1-4253-9A44-82EC-B4D329D966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962913" y="1620079"/>
                <a:ext cx="180000" cy="180000"/>
              </a:xfrm>
              <a:prstGeom prst="bentConnector3">
                <a:avLst/>
              </a:prstGeom>
              <a:ln w="127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xmlns="" id="{41447EAF-9463-4846-A65D-26CC3C56512D}"/>
                </a:ext>
              </a:extLst>
            </p:cNvPr>
            <p:cNvCxnSpPr>
              <a:cxnSpLocks/>
            </p:cNvCxnSpPr>
            <p:nvPr/>
          </p:nvCxnSpPr>
          <p:spPr>
            <a:xfrm>
              <a:off x="1310950" y="5148082"/>
              <a:ext cx="2052000" cy="0"/>
            </a:xfrm>
            <a:prstGeom prst="straightConnector1">
              <a:avLst/>
            </a:prstGeom>
            <a:ln w="31750">
              <a:solidFill>
                <a:schemeClr val="accent2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17A3FC2D-9BE6-C349-B1A0-23ADD9F1D26B}"/>
                </a:ext>
              </a:extLst>
            </p:cNvPr>
            <p:cNvSpPr txBox="1"/>
            <p:nvPr/>
          </p:nvSpPr>
          <p:spPr>
            <a:xfrm>
              <a:off x="1670303" y="4863095"/>
              <a:ext cx="12841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x-none" sz="1200" i="1" dirty="0"/>
                <a:t>Trigger Line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xmlns="" id="{351CBEA0-FA04-334D-B462-0C168026A743}"/>
                </a:ext>
              </a:extLst>
            </p:cNvPr>
            <p:cNvCxnSpPr/>
            <p:nvPr/>
          </p:nvCxnSpPr>
          <p:spPr>
            <a:xfrm>
              <a:off x="1310950" y="5523172"/>
              <a:ext cx="2052000" cy="0"/>
            </a:xfrm>
            <a:prstGeom prst="straightConnector1">
              <a:avLst/>
            </a:prstGeom>
            <a:ln w="317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xmlns="" id="{70EB0060-951A-4A4A-A076-FE31C31AAED0}"/>
                </a:ext>
              </a:extLst>
            </p:cNvPr>
            <p:cNvSpPr txBox="1"/>
            <p:nvPr/>
          </p:nvSpPr>
          <p:spPr>
            <a:xfrm>
              <a:off x="1652675" y="5262848"/>
              <a:ext cx="13017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i="1" dirty="0"/>
                <a:t>Pulse </a:t>
              </a:r>
              <a:r>
                <a:rPr lang="x-none" sz="1200" i="1" dirty="0"/>
                <a:t>Line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xmlns="" id="{1AC7C3DA-B737-9448-8A62-A6713147006B}"/>
                </a:ext>
              </a:extLst>
            </p:cNvPr>
            <p:cNvSpPr>
              <a:spLocks/>
            </p:cNvSpPr>
            <p:nvPr/>
          </p:nvSpPr>
          <p:spPr>
            <a:xfrm>
              <a:off x="9533024" y="5341044"/>
              <a:ext cx="1584000" cy="5486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x-none" sz="1400" b="1" dirty="0"/>
                <a:t>Current Amplifier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xmlns="" id="{0D949D3F-F5E9-7B48-96DB-D8780750CBAE}"/>
                </a:ext>
              </a:extLst>
            </p:cNvPr>
            <p:cNvCxnSpPr>
              <a:cxnSpLocks/>
              <a:stCxn id="57" idx="1"/>
              <a:endCxn id="7" idx="3"/>
            </p:cNvCxnSpPr>
            <p:nvPr/>
          </p:nvCxnSpPr>
          <p:spPr>
            <a:xfrm flipH="1">
              <a:off x="8246951" y="5615364"/>
              <a:ext cx="1286073" cy="0"/>
            </a:xfrm>
            <a:prstGeom prst="straightConnector1">
              <a:avLst/>
            </a:prstGeom>
            <a:ln w="317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xmlns="" id="{80070633-4365-E445-8FFB-0DCE8CFFD461}"/>
                </a:ext>
              </a:extLst>
            </p:cNvPr>
            <p:cNvGrpSpPr/>
            <p:nvPr/>
          </p:nvGrpSpPr>
          <p:grpSpPr>
            <a:xfrm>
              <a:off x="9110958" y="4199102"/>
              <a:ext cx="720000" cy="180001"/>
              <a:chOff x="4422913" y="1620078"/>
              <a:chExt cx="720000" cy="180001"/>
            </a:xfrm>
          </p:grpSpPr>
          <p:cxnSp>
            <p:nvCxnSpPr>
              <p:cNvPr id="73" name="Elbow Connector 72">
                <a:extLst>
                  <a:ext uri="{FF2B5EF4-FFF2-40B4-BE49-F238E27FC236}">
                    <a16:creationId xmlns:a16="http://schemas.microsoft.com/office/drawing/2014/main" xmlns="" id="{F94F833D-3F91-D445-B1B6-48522C964826}"/>
                  </a:ext>
                </a:extLst>
              </p:cNvPr>
              <p:cNvCxnSpPr/>
              <p:nvPr/>
            </p:nvCxnSpPr>
            <p:spPr>
              <a:xfrm flipV="1">
                <a:off x="4422913" y="1620078"/>
                <a:ext cx="180000" cy="180000"/>
              </a:xfrm>
              <a:prstGeom prst="bentConnector3">
                <a:avLst/>
              </a:prstGeom>
              <a:ln w="127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Elbow Connector 73">
                <a:extLst>
                  <a:ext uri="{FF2B5EF4-FFF2-40B4-BE49-F238E27FC236}">
                    <a16:creationId xmlns:a16="http://schemas.microsoft.com/office/drawing/2014/main" xmlns="" id="{0C9808E9-93D6-604C-85D1-488F4D0894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02913" y="1620078"/>
                <a:ext cx="180000" cy="180000"/>
              </a:xfrm>
              <a:prstGeom prst="bentConnector3">
                <a:avLst/>
              </a:prstGeom>
              <a:ln w="127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Elbow Connector 74">
                <a:extLst>
                  <a:ext uri="{FF2B5EF4-FFF2-40B4-BE49-F238E27FC236}">
                    <a16:creationId xmlns:a16="http://schemas.microsoft.com/office/drawing/2014/main" xmlns="" id="{A3B5F641-E92C-3549-852F-F51C326C346C}"/>
                  </a:ext>
                </a:extLst>
              </p:cNvPr>
              <p:cNvCxnSpPr/>
              <p:nvPr/>
            </p:nvCxnSpPr>
            <p:spPr>
              <a:xfrm flipV="1">
                <a:off x="4782913" y="1620079"/>
                <a:ext cx="180000" cy="180000"/>
              </a:xfrm>
              <a:prstGeom prst="bentConnector3">
                <a:avLst/>
              </a:prstGeom>
              <a:ln w="127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Elbow Connector 75">
                <a:extLst>
                  <a:ext uri="{FF2B5EF4-FFF2-40B4-BE49-F238E27FC236}">
                    <a16:creationId xmlns:a16="http://schemas.microsoft.com/office/drawing/2014/main" xmlns="" id="{86E0040D-056E-7D4C-AFC5-85DAFD2696C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962913" y="1620079"/>
                <a:ext cx="180000" cy="180000"/>
              </a:xfrm>
              <a:prstGeom prst="bentConnector3">
                <a:avLst/>
              </a:prstGeom>
              <a:ln w="127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xmlns="" id="{351CBEA0-FA04-334D-B462-0C168026A743}"/>
                </a:ext>
              </a:extLst>
            </p:cNvPr>
            <p:cNvCxnSpPr>
              <a:cxnSpLocks/>
            </p:cNvCxnSpPr>
            <p:nvPr/>
          </p:nvCxnSpPr>
          <p:spPr>
            <a:xfrm>
              <a:off x="1323560" y="5909486"/>
              <a:ext cx="2052000" cy="0"/>
            </a:xfrm>
            <a:prstGeom prst="straightConnector1">
              <a:avLst/>
            </a:prstGeom>
            <a:ln w="317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xmlns="" id="{70EB0060-951A-4A4A-A076-FE31C31AAED0}"/>
                </a:ext>
              </a:extLst>
            </p:cNvPr>
            <p:cNvSpPr txBox="1"/>
            <p:nvPr/>
          </p:nvSpPr>
          <p:spPr>
            <a:xfrm>
              <a:off x="1468528" y="5632711"/>
              <a:ext cx="17655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i="1" dirty="0"/>
                <a:t>Commands &amp; Data </a:t>
              </a:r>
              <a:r>
                <a:rPr lang="x-none" sz="1200" i="1" dirty="0"/>
                <a:t>Line</a:t>
              </a:r>
            </a:p>
          </p:txBody>
        </p: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xmlns="" id="{F08D4867-D374-F243-B5BD-85A2224ED9D3}"/>
                </a:ext>
              </a:extLst>
            </p:cNvPr>
            <p:cNvGrpSpPr/>
            <p:nvPr/>
          </p:nvGrpSpPr>
          <p:grpSpPr>
            <a:xfrm>
              <a:off x="6502345" y="1440006"/>
              <a:ext cx="2337659" cy="2140158"/>
              <a:chOff x="5920454" y="1288837"/>
              <a:chExt cx="2337659" cy="2140158"/>
            </a:xfrm>
          </p:grpSpPr>
          <p:sp>
            <p:nvSpPr>
              <p:cNvPr id="104" name="Rounded Rectangle 103"/>
              <p:cNvSpPr/>
              <p:nvPr/>
            </p:nvSpPr>
            <p:spPr>
              <a:xfrm>
                <a:off x="5920454" y="1288837"/>
                <a:ext cx="2337659" cy="2140158"/>
              </a:xfrm>
              <a:prstGeom prst="round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sz="1600" b="1" dirty="0">
                    <a:solidFill>
                      <a:schemeClr val="bg1"/>
                    </a:solidFill>
                  </a:rPr>
                  <a:t>STM32</a:t>
                </a:r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6050682" y="2058531"/>
                <a:ext cx="213051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137160">
                  <a:buFont typeface="+mj-lt"/>
                  <a:buAutoNum type="arabicPeriod"/>
                </a:pPr>
                <a:r>
                  <a:rPr lang="en-US" sz="1200" dirty="0">
                    <a:solidFill>
                      <a:schemeClr val="bg1"/>
                    </a:solidFill>
                  </a:rPr>
                  <a:t>Generate triggers &amp; pulses.</a:t>
                </a:r>
              </a:p>
              <a:p>
                <a:pPr indent="137160">
                  <a:buFont typeface="+mj-lt"/>
                  <a:buAutoNum type="arabicPeriod"/>
                </a:pPr>
                <a:r>
                  <a:rPr lang="en-US" sz="1200" dirty="0">
                    <a:solidFill>
                      <a:schemeClr val="bg1"/>
                    </a:solidFill>
                  </a:rPr>
                  <a:t>Read sensor signals.</a:t>
                </a:r>
              </a:p>
              <a:p>
                <a:pPr indent="137160">
                  <a:buFont typeface="+mj-lt"/>
                  <a:buAutoNum type="arabicPeriod"/>
                </a:pPr>
                <a:r>
                  <a:rPr lang="en-US" sz="1200" dirty="0">
                    <a:solidFill>
                      <a:schemeClr val="bg1"/>
                    </a:solidFill>
                  </a:rPr>
                  <a:t>Execute commands.</a:t>
                </a:r>
              </a:p>
            </p:txBody>
          </p:sp>
        </p:grpSp>
        <p:sp>
          <p:nvSpPr>
            <p:cNvPr id="119" name="TextBox 118"/>
            <p:cNvSpPr txBox="1"/>
            <p:nvPr/>
          </p:nvSpPr>
          <p:spPr>
            <a:xfrm>
              <a:off x="4403346" y="2233087"/>
              <a:ext cx="14568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01010101</a:t>
              </a: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xmlns="" id="{A01D39CB-6ECF-CC49-B00B-4FBD01D09D65}"/>
                </a:ext>
              </a:extLst>
            </p:cNvPr>
            <p:cNvCxnSpPr>
              <a:cxnSpLocks/>
              <a:stCxn id="104" idx="2"/>
              <a:endCxn id="57" idx="0"/>
            </p:cNvCxnSpPr>
            <p:nvPr/>
          </p:nvCxnSpPr>
          <p:spPr>
            <a:xfrm>
              <a:off x="7671175" y="3580164"/>
              <a:ext cx="2653849" cy="1760880"/>
            </a:xfrm>
            <a:prstGeom prst="straightConnector1">
              <a:avLst/>
            </a:prstGeom>
            <a:ln w="317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xmlns="" id="{323C6F4B-B1F9-9746-A2C1-B08183432301}"/>
                </a:ext>
              </a:extLst>
            </p:cNvPr>
            <p:cNvGrpSpPr/>
            <p:nvPr/>
          </p:nvGrpSpPr>
          <p:grpSpPr>
            <a:xfrm>
              <a:off x="1353925" y="1461101"/>
              <a:ext cx="2499275" cy="2097969"/>
              <a:chOff x="810265" y="1511362"/>
              <a:chExt cx="2499275" cy="2097969"/>
            </a:xfrm>
          </p:grpSpPr>
          <p:pic>
            <p:nvPicPr>
              <p:cNvPr id="3" name="Picture 2"/>
              <p:cNvPicPr>
                <a:picLocks noChangeAspect="1"/>
              </p:cNvPicPr>
              <p:nvPr/>
            </p:nvPicPr>
            <p:blipFill rotWithShape="1">
              <a:blip r:embed="rId2"/>
              <a:srcRect l="8184" t="6064" r="8071" b="6064"/>
              <a:stretch/>
            </p:blipFill>
            <p:spPr>
              <a:xfrm>
                <a:off x="810265" y="1511362"/>
                <a:ext cx="2499275" cy="2097969"/>
              </a:xfrm>
              <a:prstGeom prst="rect">
                <a:avLst/>
              </a:prstGeom>
            </p:spPr>
          </p:pic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xmlns="" id="{B3BFED88-9836-A14A-88B9-D63639428735}"/>
                  </a:ext>
                </a:extLst>
              </p:cNvPr>
              <p:cNvSpPr/>
              <p:nvPr/>
            </p:nvSpPr>
            <p:spPr>
              <a:xfrm>
                <a:off x="983312" y="1623538"/>
                <a:ext cx="2196000" cy="36757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x-none" sz="1600" b="1" dirty="0"/>
                  <a:t>LabVIEW</a:t>
                </a:r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xmlns="" id="{4C44CE8B-E2E1-2949-8C29-CECBF688F88D}"/>
                  </a:ext>
                </a:extLst>
              </p:cNvPr>
              <p:cNvSpPr/>
              <p:nvPr/>
            </p:nvSpPr>
            <p:spPr>
              <a:xfrm>
                <a:off x="983312" y="1991116"/>
                <a:ext cx="2196000" cy="81150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indent="137160">
                  <a:buFont typeface="+mj-lt"/>
                  <a:buAutoNum type="arabicPeriod"/>
                </a:pPr>
                <a:r>
                  <a:rPr lang="en-US" sz="1200" dirty="0"/>
                  <a:t>Control firmware.</a:t>
                </a:r>
              </a:p>
              <a:p>
                <a:pPr indent="137160">
                  <a:buFont typeface="+mj-lt"/>
                  <a:buAutoNum type="arabicPeriod"/>
                </a:pPr>
                <a:r>
                  <a:rPr lang="en-US" sz="1200" dirty="0"/>
                  <a:t>Monitor sensor signals.</a:t>
                </a:r>
              </a:p>
              <a:p>
                <a:pPr algn="ctr"/>
                <a:endParaRPr lang="x-none" sz="12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45855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99EDD1-DB4F-B244-89AC-31CCEE33E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2. LabVIEW Design – Front Panel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88A4526-90E2-2046-9C7A-AB30062DA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0C5B43A-A176-9C4A-A399-3B48AC795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0323-80E5-E245-84A8-B880E41F3922}" type="slidenum">
              <a:rPr lang="x-none" smtClean="0"/>
              <a:t>4</a:t>
            </a:fld>
            <a:r>
              <a:rPr lang="x-none"/>
              <a:t>/17</a:t>
            </a:r>
            <a:endParaRPr lang="x-none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46D9EC57-27C8-D74D-979B-0ECAA1FF41C9}"/>
              </a:ext>
            </a:extLst>
          </p:cNvPr>
          <p:cNvGrpSpPr/>
          <p:nvPr/>
        </p:nvGrpSpPr>
        <p:grpSpPr>
          <a:xfrm>
            <a:off x="789710" y="953934"/>
            <a:ext cx="10564089" cy="5519932"/>
            <a:chOff x="789710" y="953934"/>
            <a:chExt cx="10564089" cy="551993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1101FE72-1CF4-AE46-865B-EFE70DC75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5608" y="953934"/>
              <a:ext cx="7680783" cy="5519932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B3B7A791-A52C-C44E-B88B-0A7FE2928CCF}"/>
                </a:ext>
              </a:extLst>
            </p:cNvPr>
            <p:cNvSpPr/>
            <p:nvPr/>
          </p:nvSpPr>
          <p:spPr>
            <a:xfrm>
              <a:off x="2563091" y="2202876"/>
              <a:ext cx="2230582" cy="392287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05CE0CF2-17B3-B643-8326-B62DFB2BCE63}"/>
                </a:ext>
              </a:extLst>
            </p:cNvPr>
            <p:cNvSpPr/>
            <p:nvPr/>
          </p:nvSpPr>
          <p:spPr>
            <a:xfrm>
              <a:off x="4890654" y="1440876"/>
              <a:ext cx="4627417" cy="292330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" name="Rounded Rectangular Callout 9">
              <a:extLst>
                <a:ext uri="{FF2B5EF4-FFF2-40B4-BE49-F238E27FC236}">
                  <a16:creationId xmlns:a16="http://schemas.microsoft.com/office/drawing/2014/main" xmlns="" id="{0E236AC9-EAC1-1D4E-8B39-591A93E89E51}"/>
                </a:ext>
              </a:extLst>
            </p:cNvPr>
            <p:cNvSpPr/>
            <p:nvPr/>
          </p:nvSpPr>
          <p:spPr>
            <a:xfrm>
              <a:off x="789710" y="1613067"/>
              <a:ext cx="1576735" cy="589809"/>
            </a:xfrm>
            <a:prstGeom prst="wedgeRoundRectCallout">
              <a:avLst>
                <a:gd name="adj1" fmla="val 65279"/>
                <a:gd name="adj2" fmla="val 57802"/>
                <a:gd name="adj3" fmla="val 16667"/>
              </a:avLst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x-none" sz="1400" dirty="0"/>
                <a:t>Control firmware</a:t>
              </a:r>
            </a:p>
          </p:txBody>
        </p:sp>
        <p:sp>
          <p:nvSpPr>
            <p:cNvPr id="11" name="Rounded Rectangular Callout 10">
              <a:extLst>
                <a:ext uri="{FF2B5EF4-FFF2-40B4-BE49-F238E27FC236}">
                  <a16:creationId xmlns:a16="http://schemas.microsoft.com/office/drawing/2014/main" xmlns="" id="{B47C3347-1EB6-F342-A73B-FFF2FCA3485C}"/>
                </a:ext>
              </a:extLst>
            </p:cNvPr>
            <p:cNvSpPr/>
            <p:nvPr/>
          </p:nvSpPr>
          <p:spPr>
            <a:xfrm>
              <a:off x="9777064" y="4364185"/>
              <a:ext cx="1576735" cy="589809"/>
            </a:xfrm>
            <a:prstGeom prst="wedgeRoundRectCallout">
              <a:avLst>
                <a:gd name="adj1" fmla="val -65646"/>
                <a:gd name="adj2" fmla="val -52601"/>
                <a:gd name="adj3" fmla="val 16667"/>
              </a:avLst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x-none" sz="1400" dirty="0"/>
                <a:t>Monitor sensor signals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2697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D3FCDE-9EC7-D841-90FD-92FF0B9B2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2. LabVIEW Design – Block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023CC27-A63A-B143-B173-4ED087675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156"/>
            <a:ext cx="10515600" cy="2108200"/>
          </a:xfrm>
        </p:spPr>
        <p:txBody>
          <a:bodyPr/>
          <a:lstStyle/>
          <a:p>
            <a:r>
              <a:rPr lang="x-none" dirty="0"/>
              <a:t>Two loops to process parallel.</a:t>
            </a:r>
          </a:p>
          <a:p>
            <a:pPr lvl="1"/>
            <a:r>
              <a:rPr lang="x-none" dirty="0"/>
              <a:t>Writing:</a:t>
            </a:r>
          </a:p>
          <a:p>
            <a:pPr lvl="2"/>
            <a:r>
              <a:rPr lang="x-none" dirty="0"/>
              <a:t>Send commands from LabVIEW to Firmware</a:t>
            </a:r>
          </a:p>
          <a:p>
            <a:pPr lvl="1"/>
            <a:r>
              <a:rPr lang="x-none" dirty="0"/>
              <a:t>Reading:</a:t>
            </a:r>
          </a:p>
          <a:p>
            <a:pPr lvl="2"/>
            <a:r>
              <a:rPr lang="x-none" dirty="0"/>
              <a:t>Read responses from Firmware.</a:t>
            </a:r>
          </a:p>
          <a:p>
            <a:pPr lvl="2"/>
            <a:r>
              <a:rPr lang="x-none" dirty="0"/>
              <a:t>Read data from Firmware.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74395F2-0402-744E-82F6-4BD3F407B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0323-80E5-E245-84A8-B880E41F3922}" type="slidenum">
              <a:rPr lang="x-none" smtClean="0"/>
              <a:t>5</a:t>
            </a:fld>
            <a:r>
              <a:rPr lang="x-none"/>
              <a:t>/17</a:t>
            </a:r>
            <a:endParaRPr lang="x-none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xmlns="" id="{D027AC7A-5417-784E-950E-10BB251A53FC}"/>
              </a:ext>
            </a:extLst>
          </p:cNvPr>
          <p:cNvGrpSpPr/>
          <p:nvPr/>
        </p:nvGrpSpPr>
        <p:grpSpPr>
          <a:xfrm>
            <a:off x="2226005" y="3137356"/>
            <a:ext cx="7739989" cy="2766325"/>
            <a:chOff x="2226005" y="3137356"/>
            <a:chExt cx="7739989" cy="276632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590BDB92-1F42-CA4F-B976-185DB76656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48229" y="3137356"/>
              <a:ext cx="4717765" cy="2766325"/>
            </a:xfrm>
            <a:prstGeom prst="rect">
              <a:avLst/>
            </a:prstGeom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xmlns="" id="{2F0BA23A-A398-8148-8C1A-EC374C95AB59}"/>
                </a:ext>
              </a:extLst>
            </p:cNvPr>
            <p:cNvGrpSpPr/>
            <p:nvPr/>
          </p:nvGrpSpPr>
          <p:grpSpPr>
            <a:xfrm>
              <a:off x="2226006" y="3211578"/>
              <a:ext cx="2223164" cy="1171572"/>
              <a:chOff x="2226006" y="3211578"/>
              <a:chExt cx="2223164" cy="1171572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xmlns="" id="{351BFBFD-E5FC-404C-9AC1-5BF19E876D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26006" y="3211578"/>
                <a:ext cx="2223164" cy="1171572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250DAEF9-1C91-7441-A7E0-39B0703EDCD2}"/>
                  </a:ext>
                </a:extLst>
              </p:cNvPr>
              <p:cNvSpPr txBox="1"/>
              <p:nvPr/>
            </p:nvSpPr>
            <p:spPr>
              <a:xfrm>
                <a:off x="2682793" y="3628087"/>
                <a:ext cx="130958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x-none" sz="1600" dirty="0"/>
                  <a:t>Reading Loop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xmlns="" id="{3B968232-016E-044C-A6A5-7FA06874B34C}"/>
                </a:ext>
              </a:extLst>
            </p:cNvPr>
            <p:cNvGrpSpPr/>
            <p:nvPr/>
          </p:nvGrpSpPr>
          <p:grpSpPr>
            <a:xfrm>
              <a:off x="2226005" y="4657272"/>
              <a:ext cx="2223164" cy="1171572"/>
              <a:chOff x="2226006" y="3211578"/>
              <a:chExt cx="2223164" cy="1171572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xmlns="" id="{834CF9AB-4D4F-F04F-937C-208043AB34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26006" y="3211578"/>
                <a:ext cx="2223164" cy="1171572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669ED47E-576F-1B4E-A738-29D7C6424A68}"/>
                  </a:ext>
                </a:extLst>
              </p:cNvPr>
              <p:cNvSpPr txBox="1"/>
              <p:nvPr/>
            </p:nvSpPr>
            <p:spPr>
              <a:xfrm>
                <a:off x="2682793" y="3628087"/>
                <a:ext cx="125746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x-none" sz="1600" dirty="0"/>
                  <a:t>Writing Loop</a:t>
                </a:r>
              </a:p>
            </p:txBody>
          </p:sp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xmlns="" id="{35E4C3C6-F9DC-1148-8333-9F141DC2A03B}"/>
                </a:ext>
              </a:extLst>
            </p:cNvPr>
            <p:cNvCxnSpPr>
              <a:cxnSpLocks/>
              <a:endCxn id="7" idx="3"/>
            </p:cNvCxnSpPr>
            <p:nvPr/>
          </p:nvCxnSpPr>
          <p:spPr>
            <a:xfrm flipH="1" flipV="1">
              <a:off x="4449170" y="3797364"/>
              <a:ext cx="1753922" cy="486312"/>
            </a:xfrm>
            <a:prstGeom prst="straightConnector1">
              <a:avLst/>
            </a:prstGeom>
            <a:ln w="317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xmlns="" id="{216F2ADB-2576-5040-A0AC-0F4C3042F903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V="1">
              <a:off x="4449169" y="4657272"/>
              <a:ext cx="1828801" cy="585786"/>
            </a:xfrm>
            <a:prstGeom prst="straightConnector1">
              <a:avLst/>
            </a:prstGeom>
            <a:ln w="317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40790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D3FCDE-9EC7-D841-90FD-92FF0B9B2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2. LabVIEW Design – Block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023CC27-A63A-B143-B173-4ED087675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157"/>
            <a:ext cx="10515600" cy="896626"/>
          </a:xfrm>
        </p:spPr>
        <p:txBody>
          <a:bodyPr/>
          <a:lstStyle/>
          <a:p>
            <a:r>
              <a:rPr lang="x-none" dirty="0"/>
              <a:t>Writing loop:</a:t>
            </a:r>
          </a:p>
          <a:p>
            <a:pPr lvl="1"/>
            <a:r>
              <a:rPr lang="x-none" dirty="0"/>
              <a:t>Convert a 32 bit integer to an array of 4 bytes by “Flatten to String” object.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74395F2-0402-744E-82F6-4BD3F407B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0323-80E5-E245-84A8-B880E41F3922}" type="slidenum">
              <a:rPr lang="x-none" smtClean="0"/>
              <a:t>6</a:t>
            </a:fld>
            <a:r>
              <a:rPr lang="x-none"/>
              <a:t>/17</a:t>
            </a:r>
            <a:endParaRPr lang="x-non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F7555CC-0C60-4B44-8805-98A12DABA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00" y="2000006"/>
            <a:ext cx="11520000" cy="35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62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D3FCDE-9EC7-D841-90FD-92FF0B9B2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2. LabVIEW Design – Block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023CC27-A63A-B143-B173-4ED087675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1164" y="1029156"/>
            <a:ext cx="8822635" cy="1879385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x-none" dirty="0"/>
              <a:t>Reading loop:</a:t>
            </a:r>
          </a:p>
          <a:p>
            <a:pPr lvl="1" algn="just"/>
            <a:r>
              <a:rPr lang="x-none" dirty="0"/>
              <a:t>Consider use “VISA Read” with or without Termination Char.</a:t>
            </a:r>
          </a:p>
          <a:p>
            <a:pPr lvl="2" algn="just"/>
            <a:r>
              <a:rPr lang="x-none" dirty="0"/>
              <a:t>With Termination Char: LabVIEW can read bytes array fast but the bytes array cannot contain the Termination Char.</a:t>
            </a:r>
          </a:p>
          <a:p>
            <a:pPr lvl="3" algn="just"/>
            <a:r>
              <a:rPr lang="x-none" dirty="0"/>
              <a:t>Apply this solution to read sensor samples.</a:t>
            </a:r>
          </a:p>
          <a:p>
            <a:pPr lvl="3" algn="just"/>
            <a:r>
              <a:rPr lang="x-none" dirty="0"/>
              <a:t>Each sensor sample is 1 byte and greater than 0x00. Choose ADC with resolution 8 bit.</a:t>
            </a:r>
          </a:p>
          <a:p>
            <a:pPr lvl="3" algn="just"/>
            <a:r>
              <a:rPr lang="x-none" dirty="0"/>
              <a:t>Choose Termination Char as 0x00.</a:t>
            </a:r>
          </a:p>
          <a:p>
            <a:pPr lvl="2" algn="just"/>
            <a:r>
              <a:rPr lang="x-none" dirty="0"/>
              <a:t>Without Termination Char: LabVIEW reads bytes array slow but the bytes array can contain the Termination.</a:t>
            </a:r>
          </a:p>
          <a:p>
            <a:pPr lvl="3" algn="just"/>
            <a:r>
              <a:rPr lang="x-none" dirty="0"/>
              <a:t>Apply this solution to read response.</a:t>
            </a:r>
          </a:p>
          <a:p>
            <a:pPr lvl="3" algn="just"/>
            <a:r>
              <a:rPr lang="x-none" dirty="0"/>
              <a:t>Convert an array of 4 bytes to a 32 bit integer by “Unflatten from String” object.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74395F2-0402-744E-82F6-4BD3F407B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0323-80E5-E245-84A8-B880E41F3922}" type="slidenum">
              <a:rPr lang="x-none" smtClean="0"/>
              <a:t>7</a:t>
            </a:fld>
            <a:r>
              <a:rPr lang="x-none"/>
              <a:t>/17</a:t>
            </a:r>
            <a:endParaRPr lang="x-non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DA9E3D7-9848-1542-AFFE-B378B3B24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908542"/>
            <a:ext cx="10800000" cy="34478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2B8EB26-26A8-D44E-A64F-95FF41A16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550772"/>
            <a:ext cx="26289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804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EB7905-C73E-2B43-80F1-FEBB423D2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3. Firmware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E43F996-7DBB-2F47-9F06-AB4DE9CD9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/>
              <a:t>Generate triggers &amp; pulses</a:t>
            </a:r>
          </a:p>
          <a:p>
            <a:r>
              <a:rPr lang="x-none" dirty="0"/>
              <a:t>Read sensor signals</a:t>
            </a:r>
          </a:p>
          <a:p>
            <a:r>
              <a:rPr lang="x-none" dirty="0"/>
              <a:t>Execute </a:t>
            </a:r>
            <a:r>
              <a:rPr lang="x-none" dirty="0" smtClean="0"/>
              <a:t>commands</a:t>
            </a:r>
            <a:endParaRPr lang="en-US" dirty="0" smtClean="0"/>
          </a:p>
          <a:p>
            <a:r>
              <a:rPr lang="en-US" dirty="0" smtClean="0"/>
              <a:t>Run AI model</a:t>
            </a:r>
            <a:endParaRPr lang="x-none" dirty="0"/>
          </a:p>
          <a:p>
            <a:endParaRPr lang="x-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034BD98-5CC0-D745-A7E5-D05FE5EC7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0323-80E5-E245-84A8-B880E41F3922}" type="slidenum">
              <a:rPr lang="x-none" smtClean="0"/>
              <a:t>8</a:t>
            </a:fld>
            <a:r>
              <a:rPr lang="x-none"/>
              <a:t>/17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046194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EB7905-C73E-2B43-80F1-FEBB423D2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3. Firmware Design – Generate </a:t>
            </a:r>
            <a:r>
              <a:rPr lang="en-US" dirty="0" smtClean="0"/>
              <a:t>T</a:t>
            </a:r>
            <a:r>
              <a:rPr lang="x-none" dirty="0" smtClean="0"/>
              <a:t>riggers </a:t>
            </a:r>
            <a:r>
              <a:rPr lang="x-none" dirty="0"/>
              <a:t>&amp; </a:t>
            </a:r>
            <a:r>
              <a:rPr lang="en-US" dirty="0" smtClean="0"/>
              <a:t>P</a:t>
            </a:r>
            <a:r>
              <a:rPr lang="x-none" dirty="0" smtClean="0"/>
              <a:t>ulses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E43F996-7DBB-2F47-9F06-AB4DE9CD9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156"/>
            <a:ext cx="10515600" cy="666273"/>
          </a:xfrm>
        </p:spPr>
        <p:txBody>
          <a:bodyPr/>
          <a:lstStyle/>
          <a:p>
            <a:r>
              <a:rPr lang="x-none" dirty="0"/>
              <a:t>Use Timer, DAC and DMA.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034BD98-5CC0-D745-A7E5-D05FE5EC7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0323-80E5-E245-84A8-B880E41F3922}" type="slidenum">
              <a:rPr lang="x-none" smtClean="0"/>
              <a:t>9</a:t>
            </a:fld>
            <a:r>
              <a:rPr lang="x-none"/>
              <a:t>/17</a:t>
            </a:r>
            <a:endParaRPr lang="x-non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89DE435-3EF3-3241-BF2F-4F25F3DE8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462" y="1750669"/>
            <a:ext cx="6959869" cy="398017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xmlns="" id="{6936167A-4A7A-924B-AEF4-106DC9B9D078}"/>
              </a:ext>
            </a:extLst>
          </p:cNvPr>
          <p:cNvCxnSpPr>
            <a:cxnSpLocks/>
          </p:cNvCxnSpPr>
          <p:nvPr/>
        </p:nvCxnSpPr>
        <p:spPr>
          <a:xfrm>
            <a:off x="3004961" y="5398289"/>
            <a:ext cx="476641" cy="0"/>
          </a:xfrm>
          <a:prstGeom prst="straightConnector1">
            <a:avLst/>
          </a:prstGeom>
          <a:ln w="38100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862C46BD-E308-9A4B-84DF-42D597BC887C}"/>
                  </a:ext>
                </a:extLst>
              </p:cNvPr>
              <p:cNvSpPr txBox="1"/>
              <p:nvPr/>
            </p:nvSpPr>
            <p:spPr>
              <a:xfrm>
                <a:off x="3136218" y="5418905"/>
                <a:ext cx="6907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𝑇𝑖𝑚𝑒𝑟</m:t>
                          </m:r>
                        </m:sub>
                      </m:sSub>
                    </m:oMath>
                  </m:oMathPara>
                </a14:m>
                <a:endParaRPr lang="x-none" i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62C46BD-E308-9A4B-84DF-42D597BC8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218" y="5418905"/>
                <a:ext cx="690767" cy="276999"/>
              </a:xfrm>
              <a:prstGeom prst="rect">
                <a:avLst/>
              </a:prstGeom>
              <a:blipFill>
                <a:blip r:embed="rId3"/>
                <a:stretch>
                  <a:fillRect l="-7143" r="-1786" b="-1739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BE180904-9493-0C47-8F86-236FC7FA39E9}"/>
              </a:ext>
            </a:extLst>
          </p:cNvPr>
          <p:cNvCxnSpPr>
            <a:cxnSpLocks/>
          </p:cNvCxnSpPr>
          <p:nvPr/>
        </p:nvCxnSpPr>
        <p:spPr>
          <a:xfrm>
            <a:off x="3174218" y="3451292"/>
            <a:ext cx="0" cy="1738335"/>
          </a:xfrm>
          <a:prstGeom prst="straightConnector1">
            <a:avLst/>
          </a:prstGeom>
          <a:ln w="38100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41972536-B6AC-E540-8A64-68DC600A14D7}"/>
                  </a:ext>
                </a:extLst>
              </p:cNvPr>
              <p:cNvSpPr txBox="1"/>
              <p:nvPr/>
            </p:nvSpPr>
            <p:spPr>
              <a:xfrm>
                <a:off x="3251808" y="4176758"/>
                <a:ext cx="991232" cy="2769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7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𝑉𝑎𝑙𝑢𝑒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𝐷𝐴𝐶</m:t>
                          </m:r>
                        </m:sub>
                      </m:sSub>
                    </m:oMath>
                  </m:oMathPara>
                </a14:m>
                <a:endParaRPr lang="x-none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1972536-B6AC-E540-8A64-68DC600A1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808" y="4176758"/>
                <a:ext cx="991232" cy="276999"/>
              </a:xfrm>
              <a:prstGeom prst="rect">
                <a:avLst/>
              </a:prstGeom>
              <a:blipFill>
                <a:blip r:embed="rId4"/>
                <a:stretch>
                  <a:fillRect l="-5000" b="-1304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F420DE93-6979-E04D-ADC7-6A5086469655}"/>
              </a:ext>
            </a:extLst>
          </p:cNvPr>
          <p:cNvSpPr txBox="1"/>
          <p:nvPr/>
        </p:nvSpPr>
        <p:spPr>
          <a:xfrm>
            <a:off x="470858" y="3684489"/>
            <a:ext cx="1768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i="1" dirty="0">
                <a:solidFill>
                  <a:schemeClr val="bg1">
                    <a:lumMod val="65000"/>
                  </a:schemeClr>
                </a:solidFill>
              </a:rPr>
              <a:t>Expected signal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AB8E5CD1-1ABF-C145-8EA1-08D798F9F7F6}"/>
              </a:ext>
            </a:extLst>
          </p:cNvPr>
          <p:cNvSpPr txBox="1"/>
          <p:nvPr/>
        </p:nvSpPr>
        <p:spPr>
          <a:xfrm>
            <a:off x="2972958" y="1576145"/>
            <a:ext cx="1453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i="1" dirty="0">
                <a:solidFill>
                  <a:srgbClr val="FF0000"/>
                </a:solidFill>
              </a:rPr>
              <a:t>Actual signal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ECB3982C-2F35-6B4F-9D43-1F2D564E4D7C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1355234" y="3033540"/>
            <a:ext cx="1849610" cy="65094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A62AA5D4-26CF-684E-A55A-0184ECDA085B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3291564" y="1945477"/>
            <a:ext cx="408028" cy="1490786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xmlns="" id="{FE2E0A48-15A8-1948-A557-42669C8F4DDB}"/>
                  </a:ext>
                </a:extLst>
              </p:cNvPr>
              <p:cNvSpPr txBox="1"/>
              <p:nvPr/>
            </p:nvSpPr>
            <p:spPr>
              <a:xfrm>
                <a:off x="8555159" y="3054075"/>
                <a:ext cx="2514856" cy="7536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x-non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𝑆𝑖𝑔𝑛𝑎𝑙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𝑇𝑖𝑚𝑒𝑟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𝑆𝑎𝑚𝑝𝑙𝑒𝑠</m:t>
                          </m:r>
                        </m:den>
                      </m:f>
                    </m:oMath>
                  </m:oMathPara>
                </a14:m>
                <a:endParaRPr lang="x-none" sz="2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E2E0A48-15A8-1948-A557-42669C8F4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5159" y="3054075"/>
                <a:ext cx="2514856" cy="753668"/>
              </a:xfrm>
              <a:prstGeom prst="rect">
                <a:avLst/>
              </a:prstGeom>
              <a:blipFill>
                <a:blip r:embed="rId5"/>
                <a:stretch>
                  <a:fillRect l="-2010" r="-3518" b="-18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680EB2A3-38EC-2A4B-B715-EC1DB4B619CA}"/>
              </a:ext>
            </a:extLst>
          </p:cNvPr>
          <p:cNvCxnSpPr>
            <a:cxnSpLocks/>
          </p:cNvCxnSpPr>
          <p:nvPr/>
        </p:nvCxnSpPr>
        <p:spPr>
          <a:xfrm>
            <a:off x="3004961" y="5960122"/>
            <a:ext cx="5183696" cy="0"/>
          </a:xfrm>
          <a:prstGeom prst="straightConnector1">
            <a:avLst/>
          </a:prstGeom>
          <a:ln w="38100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id="{95E2AEA3-D578-3341-A6C1-AD7417415D03}"/>
                  </a:ext>
                </a:extLst>
              </p:cNvPr>
              <p:cNvSpPr txBox="1"/>
              <p:nvPr/>
            </p:nvSpPr>
            <p:spPr>
              <a:xfrm>
                <a:off x="5251425" y="6002601"/>
                <a:ext cx="711733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𝑆𝑖𝑔𝑛𝑎𝑙</m:t>
                          </m:r>
                        </m:sub>
                      </m:sSub>
                    </m:oMath>
                  </m:oMathPara>
                </a14:m>
                <a:endParaRPr lang="x-none" i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5E2AEA3-D578-3341-A6C1-AD7417415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425" y="6002601"/>
                <a:ext cx="711733" cy="299569"/>
              </a:xfrm>
              <a:prstGeom prst="rect">
                <a:avLst/>
              </a:prstGeom>
              <a:blipFill>
                <a:blip r:embed="rId6"/>
                <a:stretch>
                  <a:fillRect l="-7018" r="-5263" b="-240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0896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EB7905-C73E-2B43-80F1-FEBB423D2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3. Firmware Design – Read </a:t>
            </a:r>
            <a:r>
              <a:rPr lang="en-US" dirty="0" smtClean="0"/>
              <a:t>S</a:t>
            </a:r>
            <a:r>
              <a:rPr lang="x-none" dirty="0" smtClean="0"/>
              <a:t>ensor </a:t>
            </a:r>
            <a:r>
              <a:rPr lang="en-US" dirty="0" smtClean="0"/>
              <a:t>S</a:t>
            </a:r>
            <a:r>
              <a:rPr lang="x-none" dirty="0" smtClean="0"/>
              <a:t>ignals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E43F996-7DBB-2F47-9F06-AB4DE9CD9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156"/>
            <a:ext cx="10515600" cy="606865"/>
          </a:xfrm>
        </p:spPr>
        <p:txBody>
          <a:bodyPr/>
          <a:lstStyle/>
          <a:p>
            <a:r>
              <a:rPr lang="x-none" dirty="0"/>
              <a:t>Use ADC and DMA.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034BD98-5CC0-D745-A7E5-D05FE5EC7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0323-80E5-E245-84A8-B880E41F3922}" type="slidenum">
              <a:rPr lang="x-none" smtClean="0"/>
              <a:t>10</a:t>
            </a:fld>
            <a:r>
              <a:rPr lang="x-none"/>
              <a:t>/17</a:t>
            </a:r>
            <a:endParaRPr lang="x-non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89DE435-3EF3-3241-BF2F-4F25F3DE8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462" y="2009981"/>
            <a:ext cx="6959869" cy="398017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xmlns="" id="{6936167A-4A7A-924B-AEF4-106DC9B9D078}"/>
              </a:ext>
            </a:extLst>
          </p:cNvPr>
          <p:cNvCxnSpPr>
            <a:cxnSpLocks/>
          </p:cNvCxnSpPr>
          <p:nvPr/>
        </p:nvCxnSpPr>
        <p:spPr>
          <a:xfrm>
            <a:off x="3004961" y="5657601"/>
            <a:ext cx="476641" cy="0"/>
          </a:xfrm>
          <a:prstGeom prst="straightConnector1">
            <a:avLst/>
          </a:prstGeom>
          <a:ln w="38100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BE180904-9493-0C47-8F86-236FC7FA39E9}"/>
              </a:ext>
            </a:extLst>
          </p:cNvPr>
          <p:cNvCxnSpPr>
            <a:cxnSpLocks/>
          </p:cNvCxnSpPr>
          <p:nvPr/>
        </p:nvCxnSpPr>
        <p:spPr>
          <a:xfrm>
            <a:off x="3174218" y="3710604"/>
            <a:ext cx="0" cy="1738335"/>
          </a:xfrm>
          <a:prstGeom prst="straightConnector1">
            <a:avLst/>
          </a:prstGeom>
          <a:ln w="38100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41972536-B6AC-E540-8A64-68DC600A14D7}"/>
                  </a:ext>
                </a:extLst>
              </p:cNvPr>
              <p:cNvSpPr txBox="1"/>
              <p:nvPr/>
            </p:nvSpPr>
            <p:spPr>
              <a:xfrm>
                <a:off x="3251808" y="4436070"/>
                <a:ext cx="979755" cy="2769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7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𝑉𝑎𝑙𝑢𝑒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𝐴𝐷𝐶</m:t>
                          </m:r>
                        </m:sub>
                      </m:sSub>
                    </m:oMath>
                  </m:oMathPara>
                </a14:m>
                <a:endParaRPr lang="x-none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1972536-B6AC-E540-8A64-68DC600A1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808" y="4436070"/>
                <a:ext cx="979755" cy="276999"/>
              </a:xfrm>
              <a:prstGeom prst="rect">
                <a:avLst/>
              </a:prstGeom>
              <a:blipFill>
                <a:blip r:embed="rId4"/>
                <a:stretch>
                  <a:fillRect l="-5063" b="-1304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F420DE93-6979-E04D-ADC7-6A5086469655}"/>
              </a:ext>
            </a:extLst>
          </p:cNvPr>
          <p:cNvSpPr txBox="1"/>
          <p:nvPr/>
        </p:nvSpPr>
        <p:spPr>
          <a:xfrm>
            <a:off x="470858" y="3943801"/>
            <a:ext cx="1768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i="1" dirty="0">
                <a:solidFill>
                  <a:schemeClr val="bg1">
                    <a:lumMod val="65000"/>
                  </a:schemeClr>
                </a:solidFill>
              </a:rPr>
              <a:t>Analog signal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AB8E5CD1-1ABF-C145-8EA1-08D798F9F7F6}"/>
              </a:ext>
            </a:extLst>
          </p:cNvPr>
          <p:cNvSpPr txBox="1"/>
          <p:nvPr/>
        </p:nvSpPr>
        <p:spPr>
          <a:xfrm>
            <a:off x="2972958" y="1835457"/>
            <a:ext cx="1453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i="1" dirty="0">
                <a:solidFill>
                  <a:srgbClr val="FF0000"/>
                </a:solidFill>
              </a:rPr>
              <a:t>Digital signal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ECB3982C-2F35-6B4F-9D43-1F2D564E4D7C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1355234" y="3292852"/>
            <a:ext cx="1849610" cy="65094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A62AA5D4-26CF-684E-A55A-0184ECDA085B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3291564" y="2204789"/>
            <a:ext cx="408028" cy="1490786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xmlns="" id="{FE2E0A48-15A8-1948-A557-42669C8F4DDB}"/>
                  </a:ext>
                </a:extLst>
              </p:cNvPr>
              <p:cNvSpPr txBox="1"/>
              <p:nvPr/>
            </p:nvSpPr>
            <p:spPr>
              <a:xfrm>
                <a:off x="8555159" y="3313387"/>
                <a:ext cx="2514856" cy="7536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x-non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𝑆𝑖𝑔𝑛𝑎𝑙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𝐴𝐷𝐶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𝑆𝑎𝑚𝑝𝑙𝑒𝑠</m:t>
                          </m:r>
                        </m:den>
                      </m:f>
                    </m:oMath>
                  </m:oMathPara>
                </a14:m>
                <a:endParaRPr lang="x-none" sz="2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E2E0A48-15A8-1948-A557-42669C8F4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5159" y="3313387"/>
                <a:ext cx="2514856" cy="753668"/>
              </a:xfrm>
              <a:prstGeom prst="rect">
                <a:avLst/>
              </a:prstGeom>
              <a:blipFill>
                <a:blip r:embed="rId5"/>
                <a:stretch>
                  <a:fillRect l="-2010" t="-1667" r="-3518" b="-18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C01DD4AF-8F61-D342-861A-26F38B274909}"/>
                  </a:ext>
                </a:extLst>
              </p:cNvPr>
              <p:cNvSpPr txBox="1"/>
              <p:nvPr/>
            </p:nvSpPr>
            <p:spPr>
              <a:xfrm>
                <a:off x="3136218" y="5678217"/>
                <a:ext cx="19650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𝑆𝑎𝑚𝑝𝑙𝑖𝑛𝑔</m:t>
                          </m:r>
                          <m: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𝑇𝑖𝑚𝑒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𝐴𝐷𝐶</m:t>
                          </m:r>
                        </m:sub>
                      </m:sSub>
                    </m:oMath>
                  </m:oMathPara>
                </a14:m>
                <a:endParaRPr lang="x-none" i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01DD4AF-8F61-D342-861A-26F38B274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218" y="5678217"/>
                <a:ext cx="1965025" cy="276999"/>
              </a:xfrm>
              <a:prstGeom prst="rect">
                <a:avLst/>
              </a:prstGeom>
              <a:blipFill>
                <a:blip r:embed="rId6"/>
                <a:stretch>
                  <a:fillRect l="-3846" t="-4348" b="-3913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CFEF2568-4BE5-EC45-84D5-C8D88B61384D}"/>
              </a:ext>
            </a:extLst>
          </p:cNvPr>
          <p:cNvCxnSpPr>
            <a:cxnSpLocks/>
          </p:cNvCxnSpPr>
          <p:nvPr/>
        </p:nvCxnSpPr>
        <p:spPr>
          <a:xfrm>
            <a:off x="3004961" y="6219434"/>
            <a:ext cx="5183696" cy="0"/>
          </a:xfrm>
          <a:prstGeom prst="straightConnector1">
            <a:avLst/>
          </a:prstGeom>
          <a:ln w="38100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id="{2D4EB62B-0F8E-4C49-A8BE-F4BDABA31C0A}"/>
                  </a:ext>
                </a:extLst>
              </p:cNvPr>
              <p:cNvSpPr txBox="1"/>
              <p:nvPr/>
            </p:nvSpPr>
            <p:spPr>
              <a:xfrm>
                <a:off x="5251425" y="6261913"/>
                <a:ext cx="711733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𝑆𝑖𝑔𝑛𝑎𝑙</m:t>
                          </m:r>
                        </m:sub>
                      </m:sSub>
                    </m:oMath>
                  </m:oMathPara>
                </a14:m>
                <a:endParaRPr lang="x-none" i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4EB62B-0F8E-4C49-A8BE-F4BDABA31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425" y="6261913"/>
                <a:ext cx="711733" cy="299569"/>
              </a:xfrm>
              <a:prstGeom prst="rect">
                <a:avLst/>
              </a:prstGeom>
              <a:blipFill>
                <a:blip r:embed="rId7"/>
                <a:stretch>
                  <a:fillRect l="-7018" r="-5263" b="-280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537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EB7905-C73E-2B43-80F1-FEBB423D2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3. Firmware Design – Read </a:t>
            </a:r>
            <a:r>
              <a:rPr lang="en-US" dirty="0" smtClean="0"/>
              <a:t>S</a:t>
            </a:r>
            <a:r>
              <a:rPr lang="x-none" dirty="0" smtClean="0"/>
              <a:t>ensor </a:t>
            </a:r>
            <a:r>
              <a:rPr lang="en-US" dirty="0"/>
              <a:t>S</a:t>
            </a:r>
            <a:r>
              <a:rPr lang="x-none" dirty="0" smtClean="0"/>
              <a:t>ignals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E43F996-7DBB-2F47-9F06-AB4DE9CD9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157"/>
            <a:ext cx="10515600" cy="490154"/>
          </a:xfrm>
        </p:spPr>
        <p:txBody>
          <a:bodyPr/>
          <a:lstStyle/>
          <a:p>
            <a:r>
              <a:rPr lang="x-none" dirty="0"/>
              <a:t>Use ring buffer to store sensor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034BD98-5CC0-D745-A7E5-D05FE5EC7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0323-80E5-E245-84A8-B880E41F3922}" type="slidenum">
              <a:rPr lang="x-none" smtClean="0"/>
              <a:t>11</a:t>
            </a:fld>
            <a:r>
              <a:rPr lang="x-none"/>
              <a:t>/17</a:t>
            </a:r>
            <a:endParaRPr lang="x-none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xmlns="" id="{9F006284-0E10-F74F-9FC6-AED70527BE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0661564"/>
              </p:ext>
            </p:extLst>
          </p:nvPr>
        </p:nvGraphicFramePr>
        <p:xfrm>
          <a:off x="3639929" y="1598825"/>
          <a:ext cx="6926470" cy="43360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EF3AAA76-986F-9F47-80D2-F25DF0DB5CD2}"/>
              </a:ext>
            </a:extLst>
          </p:cNvPr>
          <p:cNvSpPr/>
          <p:nvPr/>
        </p:nvSpPr>
        <p:spPr>
          <a:xfrm>
            <a:off x="2266121" y="2067338"/>
            <a:ext cx="755373" cy="569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ADC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B0C3C81F-C2CD-8B45-B7EC-B1D77ECE219E}"/>
              </a:ext>
            </a:extLst>
          </p:cNvPr>
          <p:cNvCxnSpPr>
            <a:cxnSpLocks/>
          </p:cNvCxnSpPr>
          <p:nvPr/>
        </p:nvCxnSpPr>
        <p:spPr>
          <a:xfrm>
            <a:off x="3021494" y="2325756"/>
            <a:ext cx="2464905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D407736B-4D8F-5E4E-9260-9777B71B8A70}"/>
              </a:ext>
            </a:extLst>
          </p:cNvPr>
          <p:cNvSpPr/>
          <p:nvPr/>
        </p:nvSpPr>
        <p:spPr>
          <a:xfrm>
            <a:off x="2266120" y="4143560"/>
            <a:ext cx="755373" cy="569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UART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F8BBBECF-6248-8144-AC88-60FD791AE0D6}"/>
              </a:ext>
            </a:extLst>
          </p:cNvPr>
          <p:cNvCxnSpPr>
            <a:cxnSpLocks/>
            <a:endCxn id="22" idx="3"/>
          </p:cNvCxnSpPr>
          <p:nvPr/>
        </p:nvCxnSpPr>
        <p:spPr>
          <a:xfrm flipH="1">
            <a:off x="3021493" y="3882886"/>
            <a:ext cx="1961323" cy="545596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BB4A3B6D-F19F-5141-806C-C72615C3AB32}"/>
              </a:ext>
            </a:extLst>
          </p:cNvPr>
          <p:cNvSpPr/>
          <p:nvPr/>
        </p:nvSpPr>
        <p:spPr>
          <a:xfrm>
            <a:off x="3743738" y="1664204"/>
            <a:ext cx="755373" cy="569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DMA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706CC34-E449-B341-B93A-6DDD9D6B1235}"/>
              </a:ext>
            </a:extLst>
          </p:cNvPr>
          <p:cNvSpPr/>
          <p:nvPr/>
        </p:nvSpPr>
        <p:spPr>
          <a:xfrm>
            <a:off x="3498573" y="3468756"/>
            <a:ext cx="755373" cy="569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DMA</a:t>
            </a:r>
          </a:p>
        </p:txBody>
      </p:sp>
    </p:spTree>
    <p:extLst>
      <p:ext uri="{BB962C8B-B14F-4D97-AF65-F5344CB8AC3E}">
        <p14:creationId xmlns:p14="http://schemas.microsoft.com/office/powerpoint/2010/main" val="2681357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EB7905-C73E-2B43-80F1-FEBB423D2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3. Firmware Design – Read </a:t>
            </a:r>
            <a:r>
              <a:rPr lang="en-US" dirty="0" smtClean="0"/>
              <a:t>S</a:t>
            </a:r>
            <a:r>
              <a:rPr lang="x-none" dirty="0" smtClean="0"/>
              <a:t>ensor </a:t>
            </a:r>
            <a:r>
              <a:rPr lang="en-US" dirty="0"/>
              <a:t>S</a:t>
            </a:r>
            <a:r>
              <a:rPr lang="x-none" dirty="0" smtClean="0"/>
              <a:t>ignals</a:t>
            </a:r>
            <a:endParaRPr lang="x-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034BD98-5CC0-D745-A7E5-D05FE5EC7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0323-80E5-E245-84A8-B880E41F3922}" type="slidenum">
              <a:rPr lang="x-none" smtClean="0"/>
              <a:t>12</a:t>
            </a:fld>
            <a:r>
              <a:rPr lang="x-none"/>
              <a:t>/17</a:t>
            </a:r>
            <a:endParaRPr lang="x-none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xmlns="" id="{AC2CD635-B005-8243-99E4-230F4872CB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6578857"/>
              </p:ext>
            </p:extLst>
          </p:nvPr>
        </p:nvGraphicFramePr>
        <p:xfrm>
          <a:off x="896946" y="1188781"/>
          <a:ext cx="4500000" cy="414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xmlns="" id="{6DAD2344-B1AC-034D-8257-8C7D9E1866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4037576"/>
              </p:ext>
            </p:extLst>
          </p:nvPr>
        </p:nvGraphicFramePr>
        <p:xfrm>
          <a:off x="6665844" y="1188781"/>
          <a:ext cx="4500000" cy="414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850FB2D-354C-EE4F-85D4-500F25A372A3}"/>
              </a:ext>
            </a:extLst>
          </p:cNvPr>
          <p:cNvSpPr txBox="1"/>
          <p:nvPr/>
        </p:nvSpPr>
        <p:spPr>
          <a:xfrm>
            <a:off x="1391033" y="5498667"/>
            <a:ext cx="3511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dirty="0"/>
              <a:t>Sequence to read sensor signals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0CA772F-C4A7-B040-A74F-1BA058A35AF2}"/>
              </a:ext>
            </a:extLst>
          </p:cNvPr>
          <p:cNvSpPr txBox="1"/>
          <p:nvPr/>
        </p:nvSpPr>
        <p:spPr>
          <a:xfrm>
            <a:off x="6273301" y="5476749"/>
            <a:ext cx="5285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dirty="0"/>
              <a:t>Sequence to transmitt sensor signals to LabVIEW</a:t>
            </a:r>
          </a:p>
        </p:txBody>
      </p:sp>
    </p:spTree>
    <p:extLst>
      <p:ext uri="{BB962C8B-B14F-4D97-AF65-F5344CB8AC3E}">
        <p14:creationId xmlns:p14="http://schemas.microsoft.com/office/powerpoint/2010/main" val="3006330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EB7905-C73E-2B43-80F1-FEBB423D2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3. Firmware Design – Execute </a:t>
            </a:r>
            <a:r>
              <a:rPr lang="en-US" dirty="0" smtClean="0"/>
              <a:t>C</a:t>
            </a:r>
            <a:r>
              <a:rPr lang="x-none" dirty="0" smtClean="0"/>
              <a:t>ommands</a:t>
            </a:r>
            <a:endParaRPr lang="x-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034BD98-5CC0-D745-A7E5-D05FE5EC7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0323-80E5-E245-84A8-B880E41F3922}" type="slidenum">
              <a:rPr lang="x-none" smtClean="0"/>
              <a:t>13</a:t>
            </a:fld>
            <a:r>
              <a:rPr lang="x-none"/>
              <a:t>/17</a:t>
            </a:r>
            <a:endParaRPr lang="x-none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xmlns="" id="{335C21BE-8C44-D149-B9A4-3ACF722360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495138"/>
              </p:ext>
            </p:extLst>
          </p:nvPr>
        </p:nvGraphicFramePr>
        <p:xfrm>
          <a:off x="838200" y="5205218"/>
          <a:ext cx="10515600" cy="12010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3D461BCB-7C6D-A945-8FCF-9B8E2CB1DB77}"/>
              </a:ext>
            </a:extLst>
          </p:cNvPr>
          <p:cNvGrpSpPr/>
          <p:nvPr/>
        </p:nvGrpSpPr>
        <p:grpSpPr>
          <a:xfrm>
            <a:off x="838199" y="966020"/>
            <a:ext cx="7249831" cy="4165600"/>
            <a:chOff x="838199" y="2180672"/>
            <a:chExt cx="7249831" cy="41656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xmlns="" id="{73D9B807-4853-264D-9AEE-B8C70C8FE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8199" y="2180672"/>
              <a:ext cx="2679700" cy="41656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xmlns="" id="{D5C2A613-9826-0E48-B8DB-08804C070A60}"/>
                </a:ext>
              </a:extLst>
            </p:cNvPr>
            <p:cNvSpPr txBox="1"/>
            <p:nvPr/>
          </p:nvSpPr>
          <p:spPr>
            <a:xfrm>
              <a:off x="2392304" y="2582479"/>
              <a:ext cx="33005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200" i="1" dirty="0">
                  <a:solidFill>
                    <a:schemeClr val="accent2"/>
                  </a:solidFill>
                </a:rPr>
                <a:t>Execute and make response for the Get command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AE1024C8-9DE5-6945-87DF-8DC67FA2E2AE}"/>
                </a:ext>
              </a:extLst>
            </p:cNvPr>
            <p:cNvSpPr txBox="1"/>
            <p:nvPr/>
          </p:nvSpPr>
          <p:spPr>
            <a:xfrm>
              <a:off x="2401979" y="2819722"/>
              <a:ext cx="32814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200" i="1" dirty="0">
                  <a:solidFill>
                    <a:schemeClr val="accent2"/>
                  </a:solidFill>
                </a:rPr>
                <a:t>Execute and make response for the Run command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2181E777-DD82-DE48-9764-592D467C46D3}"/>
                </a:ext>
              </a:extLst>
            </p:cNvPr>
            <p:cNvSpPr txBox="1"/>
            <p:nvPr/>
          </p:nvSpPr>
          <p:spPr>
            <a:xfrm>
              <a:off x="2400186" y="3040339"/>
              <a:ext cx="32340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200" i="1" dirty="0">
                  <a:solidFill>
                    <a:schemeClr val="accent2"/>
                  </a:solidFill>
                </a:rPr>
                <a:t>Execute and make response for the Set command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BCD37362-7247-ED49-8064-CADCBE6873DF}"/>
                </a:ext>
              </a:extLst>
            </p:cNvPr>
            <p:cNvSpPr txBox="1"/>
            <p:nvPr/>
          </p:nvSpPr>
          <p:spPr>
            <a:xfrm>
              <a:off x="2900857" y="4337193"/>
              <a:ext cx="19719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200" i="1" dirty="0">
                  <a:solidFill>
                    <a:schemeClr val="accent2"/>
                  </a:solidFill>
                </a:rPr>
                <a:t>Generate triggers and pulses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06CDBE39-F23B-0F43-9E3E-594B1900C348}"/>
                </a:ext>
              </a:extLst>
            </p:cNvPr>
            <p:cNvSpPr txBox="1"/>
            <p:nvPr/>
          </p:nvSpPr>
          <p:spPr>
            <a:xfrm>
              <a:off x="2900857" y="4554805"/>
              <a:ext cx="13938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200" i="1" dirty="0">
                  <a:solidFill>
                    <a:schemeClr val="accent2"/>
                  </a:solidFill>
                </a:rPr>
                <a:t>Read sensor signals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838BB9FA-DD7B-864D-ABEF-FBC3A208AD27}"/>
                </a:ext>
              </a:extLst>
            </p:cNvPr>
            <p:cNvSpPr txBox="1"/>
            <p:nvPr/>
          </p:nvSpPr>
          <p:spPr>
            <a:xfrm>
              <a:off x="2278939" y="4772417"/>
              <a:ext cx="58090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200" i="1" dirty="0">
                  <a:solidFill>
                    <a:schemeClr val="accent2"/>
                  </a:solidFill>
                </a:rPr>
                <a:t>Initialize all executors, receive commands and request the low layers to execute commands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3065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EB7905-C73E-2B43-80F1-FEBB423D2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3. Firmware Design – </a:t>
            </a:r>
            <a:r>
              <a:rPr lang="en-US" dirty="0" smtClean="0"/>
              <a:t>Run AI Model</a:t>
            </a:r>
            <a:endParaRPr lang="x-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034BD98-5CC0-D745-A7E5-D05FE5EC7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0323-80E5-E245-84A8-B880E41F3922}" type="slidenum">
              <a:rPr lang="x-none" smtClean="0"/>
              <a:t>14</a:t>
            </a:fld>
            <a:r>
              <a:rPr lang="x-none"/>
              <a:t>/17</a:t>
            </a:r>
            <a:endParaRPr lang="x-none" dirty="0"/>
          </a:p>
        </p:txBody>
      </p:sp>
      <p:grpSp>
        <p:nvGrpSpPr>
          <p:cNvPr id="19" name="Group 18"/>
          <p:cNvGrpSpPr/>
          <p:nvPr/>
        </p:nvGrpSpPr>
        <p:grpSpPr>
          <a:xfrm>
            <a:off x="1498921" y="1033433"/>
            <a:ext cx="9067801" cy="5322917"/>
            <a:chOff x="1498921" y="1033433"/>
            <a:chExt cx="9067801" cy="5322917"/>
          </a:xfrm>
        </p:grpSpPr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98921" y="1033433"/>
              <a:ext cx="9067801" cy="5322917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>
            <a:xfrm>
              <a:off x="4901777" y="3773347"/>
              <a:ext cx="5503864" cy="457200"/>
            </a:xfrm>
            <a:prstGeom prst="rect">
              <a:avLst/>
            </a:prstGeom>
            <a:solidFill>
              <a:schemeClr val="accent4">
                <a:alpha val="10000"/>
              </a:schemeClr>
            </a:solidFill>
            <a:ln w="19050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78890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28D558-9040-9945-9145-2225A96D7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6392C50-E647-8C40-975E-2BA4D82E0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x-none" dirty="0"/>
          </a:p>
          <a:p>
            <a:pPr marL="0" indent="0" algn="ctr">
              <a:buNone/>
            </a:pPr>
            <a:endParaRPr lang="x-none" dirty="0"/>
          </a:p>
          <a:p>
            <a:pPr marL="0" indent="0" algn="ctr">
              <a:buNone/>
            </a:pPr>
            <a:endParaRPr lang="x-none" sz="4800" dirty="0"/>
          </a:p>
          <a:p>
            <a:pPr marL="0" indent="0" algn="ctr">
              <a:buNone/>
            </a:pPr>
            <a:r>
              <a:rPr lang="x-none" sz="4800" dirty="0"/>
              <a:t>Thank you.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618A407E-6B1B-5C44-89D4-C98E07486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0323-80E5-E245-84A8-B880E41F3922}" type="slidenum">
              <a:rPr lang="x-none" smtClean="0"/>
              <a:t>15</a:t>
            </a:fld>
            <a:r>
              <a:rPr lang="x-none"/>
              <a:t>/17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208573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DD1E68-5272-264A-955B-CC4CFD7D3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Pins Configuaration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DDA3D9C-5E49-714E-A45F-FE65CF55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0323-80E5-E245-84A8-B880E41F3922}" type="slidenum">
              <a:rPr lang="x-none" smtClean="0"/>
              <a:t>16</a:t>
            </a:fld>
            <a:r>
              <a:rPr lang="x-none"/>
              <a:t>/17</a:t>
            </a:r>
            <a:endParaRPr lang="x-none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xmlns="" id="{B3306BAE-2A67-424B-A856-2401FFD6BA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452508"/>
              </p:ext>
            </p:extLst>
          </p:nvPr>
        </p:nvGraphicFramePr>
        <p:xfrm>
          <a:off x="8152692" y="1602281"/>
          <a:ext cx="3201108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2447">
                  <a:extLst>
                    <a:ext uri="{9D8B030D-6E8A-4147-A177-3AD203B41FA5}">
                      <a16:colId xmlns:a16="http://schemas.microsoft.com/office/drawing/2014/main" xmlns="" val="3527520439"/>
                    </a:ext>
                  </a:extLst>
                </a:gridCol>
                <a:gridCol w="935355">
                  <a:extLst>
                    <a:ext uri="{9D8B030D-6E8A-4147-A177-3AD203B41FA5}">
                      <a16:colId xmlns:a16="http://schemas.microsoft.com/office/drawing/2014/main" xmlns="" val="794954153"/>
                    </a:ext>
                  </a:extLst>
                </a:gridCol>
                <a:gridCol w="1233306">
                  <a:extLst>
                    <a:ext uri="{9D8B030D-6E8A-4147-A177-3AD203B41FA5}">
                      <a16:colId xmlns:a16="http://schemas.microsoft.com/office/drawing/2014/main" xmlns="" val="17461732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x-none" sz="1400" dirty="0"/>
                        <a:t>Pin 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1400" dirty="0"/>
                        <a:t>Pin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1400" dirty="0"/>
                        <a:t>Connector-Pin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3320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x-none" sz="1400" dirty="0">
                          <a:solidFill>
                            <a:schemeClr val="accent2"/>
                          </a:solidFill>
                        </a:rPr>
                        <a:t>Trigger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1400" dirty="0">
                          <a:solidFill>
                            <a:schemeClr val="accent2"/>
                          </a:solidFill>
                        </a:rPr>
                        <a:t>PA4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x-none" sz="1400" dirty="0">
                          <a:solidFill>
                            <a:schemeClr val="accent2"/>
                          </a:solidFill>
                        </a:rPr>
                        <a:t>CN7-Pin9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37929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Pulse</a:t>
                      </a:r>
                      <a:r>
                        <a:rPr lang="x-none" sz="1400">
                          <a:solidFill>
                            <a:schemeClr val="accent6"/>
                          </a:solidFill>
                        </a:rPr>
                        <a:t> </a:t>
                      </a:r>
                      <a:r>
                        <a:rPr lang="x-none" sz="1400" dirty="0">
                          <a:solidFill>
                            <a:schemeClr val="accent6"/>
                          </a:solidFill>
                        </a:rPr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1400" dirty="0">
                          <a:solidFill>
                            <a:schemeClr val="accent6"/>
                          </a:solidFill>
                        </a:rPr>
                        <a:t>PA5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x-none" sz="1400" dirty="0">
                          <a:solidFill>
                            <a:schemeClr val="accent6"/>
                          </a:solidFill>
                        </a:rPr>
                        <a:t>CN7-Pin10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97328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x-none" sz="1400" dirty="0">
                          <a:solidFill>
                            <a:schemeClr val="accent2"/>
                          </a:solidFill>
                        </a:rPr>
                        <a:t>Trigger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1400" dirty="0">
                          <a:solidFill>
                            <a:schemeClr val="accent2"/>
                          </a:solidFill>
                        </a:rPr>
                        <a:t>PG0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x-none" sz="1400" dirty="0">
                          <a:solidFill>
                            <a:schemeClr val="accent2"/>
                          </a:solidFill>
                        </a:rPr>
                        <a:t>CN9-Pin29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09207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Pulse</a:t>
                      </a:r>
                      <a:r>
                        <a:rPr lang="x-none" sz="1400">
                          <a:solidFill>
                            <a:schemeClr val="accent6"/>
                          </a:solidFill>
                        </a:rPr>
                        <a:t> </a:t>
                      </a:r>
                      <a:r>
                        <a:rPr lang="x-none" sz="1400" dirty="0">
                          <a:solidFill>
                            <a:schemeClr val="accent6"/>
                          </a:solidFill>
                        </a:rPr>
                        <a:t>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1400" dirty="0">
                          <a:solidFill>
                            <a:schemeClr val="accent6"/>
                          </a:solidFill>
                        </a:rPr>
                        <a:t>PC0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x-none" sz="1400" dirty="0">
                          <a:solidFill>
                            <a:schemeClr val="accent6"/>
                          </a:solidFill>
                        </a:rPr>
                        <a:t>CN9-Pin3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23208987"/>
                  </a:ext>
                </a:extLst>
              </a:tr>
            </a:tbl>
          </a:graphicData>
        </a:graphic>
      </p:graphicFrame>
      <p:grpSp>
        <p:nvGrpSpPr>
          <p:cNvPr id="159" name="Group 158">
            <a:extLst>
              <a:ext uri="{FF2B5EF4-FFF2-40B4-BE49-F238E27FC236}">
                <a16:creationId xmlns:a16="http://schemas.microsoft.com/office/drawing/2014/main" xmlns="" id="{D056452A-2A14-9C49-A6FF-956BAB924B17}"/>
              </a:ext>
            </a:extLst>
          </p:cNvPr>
          <p:cNvGrpSpPr/>
          <p:nvPr/>
        </p:nvGrpSpPr>
        <p:grpSpPr>
          <a:xfrm>
            <a:off x="838200" y="1046541"/>
            <a:ext cx="7015716" cy="4764917"/>
            <a:chOff x="307743" y="1046541"/>
            <a:chExt cx="7015716" cy="476491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EF46EBE8-1B1F-F147-8BF1-F75E19114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1975630" y="-65606"/>
              <a:ext cx="3679941" cy="7015716"/>
            </a:xfrm>
            <a:prstGeom prst="rect">
              <a:avLst/>
            </a:prstGeom>
          </p:spPr>
        </p:pic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xmlns="" id="{ADD05781-5194-4B4A-AA64-9B0B91CE66CE}"/>
                </a:ext>
              </a:extLst>
            </p:cNvPr>
            <p:cNvGrpSpPr/>
            <p:nvPr/>
          </p:nvGrpSpPr>
          <p:grpSpPr>
            <a:xfrm>
              <a:off x="1609824" y="1046541"/>
              <a:ext cx="5156863" cy="4764917"/>
              <a:chOff x="1609824" y="1046541"/>
              <a:chExt cx="5156863" cy="4764917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xmlns="" id="{81841252-9135-B94C-B651-EA6AB66BDA86}"/>
                  </a:ext>
                </a:extLst>
              </p:cNvPr>
              <p:cNvSpPr/>
              <p:nvPr/>
            </p:nvSpPr>
            <p:spPr>
              <a:xfrm>
                <a:off x="2017505" y="2132819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xmlns="" id="{D9287768-A458-994A-B657-1B9B3C436DEA}"/>
                  </a:ext>
                </a:extLst>
              </p:cNvPr>
              <p:cNvSpPr/>
              <p:nvPr/>
            </p:nvSpPr>
            <p:spPr>
              <a:xfrm>
                <a:off x="2150855" y="2132819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xmlns="" id="{000EAC20-1B3F-C342-AD63-E1751D182E52}"/>
                  </a:ext>
                </a:extLst>
              </p:cNvPr>
              <p:cNvSpPr/>
              <p:nvPr/>
            </p:nvSpPr>
            <p:spPr>
              <a:xfrm>
                <a:off x="2284205" y="2132819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xmlns="" id="{8817986B-DDAB-DE48-9F09-1DAD02DBDA3F}"/>
                  </a:ext>
                </a:extLst>
              </p:cNvPr>
              <p:cNvSpPr/>
              <p:nvPr/>
            </p:nvSpPr>
            <p:spPr>
              <a:xfrm>
                <a:off x="2417555" y="2132819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xmlns="" id="{5D83D419-DF9D-754E-9F0D-43F4CB5EA048}"/>
                  </a:ext>
                </a:extLst>
              </p:cNvPr>
              <p:cNvSpPr/>
              <p:nvPr/>
            </p:nvSpPr>
            <p:spPr>
              <a:xfrm>
                <a:off x="2548867" y="2132819"/>
                <a:ext cx="72000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xmlns="" id="{B8CA81AA-8F66-0E42-BDFB-03DD2A7EAD83}"/>
                  </a:ext>
                </a:extLst>
              </p:cNvPr>
              <p:cNvSpPr/>
              <p:nvPr/>
            </p:nvSpPr>
            <p:spPr>
              <a:xfrm>
                <a:off x="2682217" y="2132819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xmlns="" id="{CF427CC3-773E-D14E-8A2F-8B15E6D7BAC5}"/>
                  </a:ext>
                </a:extLst>
              </p:cNvPr>
              <p:cNvSpPr/>
              <p:nvPr/>
            </p:nvSpPr>
            <p:spPr>
              <a:xfrm>
                <a:off x="2815567" y="2132819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xmlns="" id="{7E615539-535B-B74C-8832-068D10B5064B}"/>
                  </a:ext>
                </a:extLst>
              </p:cNvPr>
              <p:cNvSpPr/>
              <p:nvPr/>
            </p:nvSpPr>
            <p:spPr>
              <a:xfrm>
                <a:off x="2948917" y="2132819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xmlns="" id="{5208981C-3C8F-DE46-AD03-BA1806110D66}"/>
                  </a:ext>
                </a:extLst>
              </p:cNvPr>
              <p:cNvSpPr/>
              <p:nvPr/>
            </p:nvSpPr>
            <p:spPr>
              <a:xfrm>
                <a:off x="3082267" y="2132819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xmlns="" id="{1B02585D-B226-CD4F-8DE2-6AEEB7BEC8E5}"/>
                  </a:ext>
                </a:extLst>
              </p:cNvPr>
              <p:cNvSpPr/>
              <p:nvPr/>
            </p:nvSpPr>
            <p:spPr>
              <a:xfrm>
                <a:off x="3215617" y="2132819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xmlns="" id="{AB26A097-5EEE-7448-A06F-1A0701760109}"/>
                  </a:ext>
                </a:extLst>
              </p:cNvPr>
              <p:cNvSpPr/>
              <p:nvPr/>
            </p:nvSpPr>
            <p:spPr>
              <a:xfrm>
                <a:off x="2017505" y="2262994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xmlns="" id="{EFC3817C-7C6B-374E-AE9D-22C22639BDEA}"/>
                  </a:ext>
                </a:extLst>
              </p:cNvPr>
              <p:cNvSpPr/>
              <p:nvPr/>
            </p:nvSpPr>
            <p:spPr>
              <a:xfrm>
                <a:off x="2150855" y="2262994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xmlns="" id="{EC0A8A3F-6746-814E-8DBA-31E93F786023}"/>
                  </a:ext>
                </a:extLst>
              </p:cNvPr>
              <p:cNvSpPr/>
              <p:nvPr/>
            </p:nvSpPr>
            <p:spPr>
              <a:xfrm>
                <a:off x="2284205" y="2262994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xmlns="" id="{354F8373-7FB0-B048-84D8-A4DD6B47838C}"/>
                  </a:ext>
                </a:extLst>
              </p:cNvPr>
              <p:cNvSpPr/>
              <p:nvPr/>
            </p:nvSpPr>
            <p:spPr>
              <a:xfrm>
                <a:off x="2417555" y="2262994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xmlns="" id="{D5D3798C-C5E4-BE49-9AAE-D433A7803EDA}"/>
                  </a:ext>
                </a:extLst>
              </p:cNvPr>
              <p:cNvSpPr/>
              <p:nvPr/>
            </p:nvSpPr>
            <p:spPr>
              <a:xfrm>
                <a:off x="2548867" y="2262994"/>
                <a:ext cx="72000" cy="72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xmlns="" id="{7504B4CD-BCA9-9B47-B467-162ADFE3199A}"/>
                  </a:ext>
                </a:extLst>
              </p:cNvPr>
              <p:cNvSpPr/>
              <p:nvPr/>
            </p:nvSpPr>
            <p:spPr>
              <a:xfrm>
                <a:off x="2682217" y="2262994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xmlns="" id="{36D47ADC-B6E4-D04E-82CD-C2CEC51A896B}"/>
                  </a:ext>
                </a:extLst>
              </p:cNvPr>
              <p:cNvSpPr/>
              <p:nvPr/>
            </p:nvSpPr>
            <p:spPr>
              <a:xfrm>
                <a:off x="2815567" y="2262994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xmlns="" id="{B8162184-F0F7-5643-B94E-F3BDE16EDD52}"/>
                  </a:ext>
                </a:extLst>
              </p:cNvPr>
              <p:cNvSpPr/>
              <p:nvPr/>
            </p:nvSpPr>
            <p:spPr>
              <a:xfrm>
                <a:off x="2948917" y="2262994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xmlns="" id="{D06D5A03-B1E0-F442-8B94-E26EC2F48187}"/>
                  </a:ext>
                </a:extLst>
              </p:cNvPr>
              <p:cNvSpPr/>
              <p:nvPr/>
            </p:nvSpPr>
            <p:spPr>
              <a:xfrm>
                <a:off x="3082267" y="2262994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xmlns="" id="{7A74E627-1A64-AD4E-8AAE-F0E25555C13A}"/>
                  </a:ext>
                </a:extLst>
              </p:cNvPr>
              <p:cNvSpPr/>
              <p:nvPr/>
            </p:nvSpPr>
            <p:spPr>
              <a:xfrm>
                <a:off x="3215617" y="2262994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xmlns="" id="{81E83EA8-346D-1E4D-BE4C-A9055ECBE3F2}"/>
                  </a:ext>
                </a:extLst>
              </p:cNvPr>
              <p:cNvSpPr/>
              <p:nvPr/>
            </p:nvSpPr>
            <p:spPr>
              <a:xfrm>
                <a:off x="3708755" y="4540998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xmlns="" id="{B786345E-E499-984D-8FF9-938CCCAC5CC6}"/>
                  </a:ext>
                </a:extLst>
              </p:cNvPr>
              <p:cNvSpPr/>
              <p:nvPr/>
            </p:nvSpPr>
            <p:spPr>
              <a:xfrm>
                <a:off x="3842105" y="4540998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xmlns="" id="{79000016-752A-D046-8191-23DA585159FB}"/>
                  </a:ext>
                </a:extLst>
              </p:cNvPr>
              <p:cNvSpPr/>
              <p:nvPr/>
            </p:nvSpPr>
            <p:spPr>
              <a:xfrm>
                <a:off x="3975455" y="4540998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xmlns="" id="{E99EA5C0-17E6-4F40-B666-16A3D3911E0E}"/>
                  </a:ext>
                </a:extLst>
              </p:cNvPr>
              <p:cNvSpPr/>
              <p:nvPr/>
            </p:nvSpPr>
            <p:spPr>
              <a:xfrm>
                <a:off x="4108805" y="4540998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xmlns="" id="{F99FEE14-7B82-D34E-8DB9-8778B4D34108}"/>
                  </a:ext>
                </a:extLst>
              </p:cNvPr>
              <p:cNvSpPr/>
              <p:nvPr/>
            </p:nvSpPr>
            <p:spPr>
              <a:xfrm>
                <a:off x="4240117" y="4540998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xmlns="" id="{21B01084-7B49-534C-98A8-9E8E655AF394}"/>
                  </a:ext>
                </a:extLst>
              </p:cNvPr>
              <p:cNvSpPr/>
              <p:nvPr/>
            </p:nvSpPr>
            <p:spPr>
              <a:xfrm>
                <a:off x="3708755" y="4671173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xmlns="" id="{75875132-F8FD-664E-BFB1-3BA2F47A3180}"/>
                  </a:ext>
                </a:extLst>
              </p:cNvPr>
              <p:cNvSpPr/>
              <p:nvPr/>
            </p:nvSpPr>
            <p:spPr>
              <a:xfrm>
                <a:off x="3842105" y="4671173"/>
                <a:ext cx="72000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xmlns="" id="{AC8EC271-4555-2147-883A-06E987EA3D8D}"/>
                  </a:ext>
                </a:extLst>
              </p:cNvPr>
              <p:cNvSpPr/>
              <p:nvPr/>
            </p:nvSpPr>
            <p:spPr>
              <a:xfrm>
                <a:off x="3975455" y="4671173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xmlns="" id="{4C2AD7F5-FB93-3E41-B8CD-7AEF81867782}"/>
                  </a:ext>
                </a:extLst>
              </p:cNvPr>
              <p:cNvSpPr/>
              <p:nvPr/>
            </p:nvSpPr>
            <p:spPr>
              <a:xfrm>
                <a:off x="4108805" y="4671173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xmlns="" id="{F9A61BB0-F484-A84A-A766-F8DF0C8CCCAC}"/>
                  </a:ext>
                </a:extLst>
              </p:cNvPr>
              <p:cNvSpPr/>
              <p:nvPr/>
            </p:nvSpPr>
            <p:spPr>
              <a:xfrm>
                <a:off x="4240117" y="4671173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xmlns="" id="{8BBA09DF-A609-3C48-BF23-C170E917E2DB}"/>
                  </a:ext>
                </a:extLst>
              </p:cNvPr>
              <p:cNvSpPr/>
              <p:nvPr/>
            </p:nvSpPr>
            <p:spPr>
              <a:xfrm>
                <a:off x="4369168" y="4540998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xmlns="" id="{561FC1C6-A79E-264C-8D5F-706EDFC70690}"/>
                  </a:ext>
                </a:extLst>
              </p:cNvPr>
              <p:cNvSpPr/>
              <p:nvPr/>
            </p:nvSpPr>
            <p:spPr>
              <a:xfrm>
                <a:off x="4502518" y="4540998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xmlns="" id="{FDC7EE75-1FA3-6743-8BC9-952A1DEA46CC}"/>
                  </a:ext>
                </a:extLst>
              </p:cNvPr>
              <p:cNvSpPr/>
              <p:nvPr/>
            </p:nvSpPr>
            <p:spPr>
              <a:xfrm>
                <a:off x="4635868" y="4540998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xmlns="" id="{FF990713-2C30-4D4C-82F1-BD73D87316EC}"/>
                  </a:ext>
                </a:extLst>
              </p:cNvPr>
              <p:cNvSpPr/>
              <p:nvPr/>
            </p:nvSpPr>
            <p:spPr>
              <a:xfrm>
                <a:off x="4769218" y="4540998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xmlns="" id="{9A972F75-639B-1842-894D-ECC6B070C576}"/>
                  </a:ext>
                </a:extLst>
              </p:cNvPr>
              <p:cNvSpPr/>
              <p:nvPr/>
            </p:nvSpPr>
            <p:spPr>
              <a:xfrm>
                <a:off x="4900530" y="4540998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xmlns="" id="{37721C32-1DB5-9B4C-8A87-CE4A11531CB9}"/>
                  </a:ext>
                </a:extLst>
              </p:cNvPr>
              <p:cNvSpPr/>
              <p:nvPr/>
            </p:nvSpPr>
            <p:spPr>
              <a:xfrm>
                <a:off x="4369168" y="4671173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xmlns="" id="{E0CD4FFD-8441-9841-8FA1-33C028409215}"/>
                  </a:ext>
                </a:extLst>
              </p:cNvPr>
              <p:cNvSpPr/>
              <p:nvPr/>
            </p:nvSpPr>
            <p:spPr>
              <a:xfrm>
                <a:off x="4502518" y="4671173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xmlns="" id="{C82BD46B-FB00-6C46-9625-E25BC1C5920F}"/>
                  </a:ext>
                </a:extLst>
              </p:cNvPr>
              <p:cNvSpPr/>
              <p:nvPr/>
            </p:nvSpPr>
            <p:spPr>
              <a:xfrm>
                <a:off x="4635868" y="4671173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xmlns="" id="{C995E969-CB4D-DF46-B73D-10E6C627F9F3}"/>
                  </a:ext>
                </a:extLst>
              </p:cNvPr>
              <p:cNvSpPr/>
              <p:nvPr/>
            </p:nvSpPr>
            <p:spPr>
              <a:xfrm>
                <a:off x="4769218" y="4671173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xmlns="" id="{224F3459-63CD-F04C-8CE3-E73F37DC4288}"/>
                  </a:ext>
                </a:extLst>
              </p:cNvPr>
              <p:cNvSpPr/>
              <p:nvPr/>
            </p:nvSpPr>
            <p:spPr>
              <a:xfrm>
                <a:off x="4900530" y="4671173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xmlns="" id="{AB33905E-3EF3-AD46-AC3C-52E47D9F8753}"/>
                  </a:ext>
                </a:extLst>
              </p:cNvPr>
              <p:cNvSpPr/>
              <p:nvPr/>
            </p:nvSpPr>
            <p:spPr>
              <a:xfrm>
                <a:off x="5029581" y="4540998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xmlns="" id="{4D5910D8-6A20-AB46-9DFB-8C97E7B54D10}"/>
                  </a:ext>
                </a:extLst>
              </p:cNvPr>
              <p:cNvSpPr/>
              <p:nvPr/>
            </p:nvSpPr>
            <p:spPr>
              <a:xfrm>
                <a:off x="5162931" y="4540998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xmlns="" id="{522CF1BC-984C-9C41-8A38-43804A7CED28}"/>
                  </a:ext>
                </a:extLst>
              </p:cNvPr>
              <p:cNvSpPr/>
              <p:nvPr/>
            </p:nvSpPr>
            <p:spPr>
              <a:xfrm>
                <a:off x="5296281" y="4540998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xmlns="" id="{94172ECA-43E6-D34A-940E-5DD67349BCA6}"/>
                  </a:ext>
                </a:extLst>
              </p:cNvPr>
              <p:cNvSpPr/>
              <p:nvPr/>
            </p:nvSpPr>
            <p:spPr>
              <a:xfrm>
                <a:off x="5429631" y="4540998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xmlns="" id="{1A4B5CFD-6BC2-264B-A613-F1E57E205757}"/>
                  </a:ext>
                </a:extLst>
              </p:cNvPr>
              <p:cNvSpPr/>
              <p:nvPr/>
            </p:nvSpPr>
            <p:spPr>
              <a:xfrm>
                <a:off x="5560943" y="4540998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xmlns="" id="{86F9A636-365C-A042-8D5B-ABD08538EDE6}"/>
                  </a:ext>
                </a:extLst>
              </p:cNvPr>
              <p:cNvSpPr/>
              <p:nvPr/>
            </p:nvSpPr>
            <p:spPr>
              <a:xfrm>
                <a:off x="5029581" y="4671173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xmlns="" id="{D836AF0D-5503-8E4E-969E-2CF458F8245C}"/>
                  </a:ext>
                </a:extLst>
              </p:cNvPr>
              <p:cNvSpPr/>
              <p:nvPr/>
            </p:nvSpPr>
            <p:spPr>
              <a:xfrm>
                <a:off x="5162931" y="4671173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xmlns="" id="{A2CC310E-95B9-B44B-8BD7-5044B528DAC8}"/>
                  </a:ext>
                </a:extLst>
              </p:cNvPr>
              <p:cNvSpPr/>
              <p:nvPr/>
            </p:nvSpPr>
            <p:spPr>
              <a:xfrm>
                <a:off x="5296281" y="4671173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xmlns="" id="{B27DB412-2363-0143-B411-6475FC26FC95}"/>
                  </a:ext>
                </a:extLst>
              </p:cNvPr>
              <p:cNvSpPr/>
              <p:nvPr/>
            </p:nvSpPr>
            <p:spPr>
              <a:xfrm>
                <a:off x="5429631" y="4671173"/>
                <a:ext cx="72000" cy="7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xmlns="" id="{ED61443C-D0C4-E847-B3BC-99F26D286E83}"/>
                  </a:ext>
                </a:extLst>
              </p:cNvPr>
              <p:cNvSpPr/>
              <p:nvPr/>
            </p:nvSpPr>
            <p:spPr>
              <a:xfrm>
                <a:off x="5560943" y="4671173"/>
                <a:ext cx="72000" cy="72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cxnSp>
            <p:nvCxnSpPr>
              <p:cNvPr id="143" name="Curved Connector 142">
                <a:extLst>
                  <a:ext uri="{FF2B5EF4-FFF2-40B4-BE49-F238E27FC236}">
                    <a16:creationId xmlns:a16="http://schemas.microsoft.com/office/drawing/2014/main" xmlns="" id="{0222F295-6DB2-1F42-ADAD-C4A7621F9A54}"/>
                  </a:ext>
                </a:extLst>
              </p:cNvPr>
              <p:cNvCxnSpPr>
                <a:stCxn id="96" idx="2"/>
                <a:endCxn id="141" idx="0"/>
              </p:cNvCxnSpPr>
              <p:nvPr/>
            </p:nvCxnSpPr>
            <p:spPr>
              <a:xfrm rot="16200000" flipH="1">
                <a:off x="2922816" y="1997045"/>
                <a:ext cx="2336179" cy="3012076"/>
              </a:xfrm>
              <a:prstGeom prst="curvedConnector3">
                <a:avLst/>
              </a:prstGeom>
              <a:ln w="28575">
                <a:solidFill>
                  <a:schemeClr val="accent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xmlns="" id="{8089461E-E332-0D4F-AE60-2DCC1ADF53A4}"/>
                  </a:ext>
                </a:extLst>
              </p:cNvPr>
              <p:cNvCxnSpPr>
                <a:cxnSpLocks/>
                <a:stCxn id="86" idx="0"/>
              </p:cNvCxnSpPr>
              <p:nvPr/>
            </p:nvCxnSpPr>
            <p:spPr>
              <a:xfrm flipV="1">
                <a:off x="2584867" y="1200430"/>
                <a:ext cx="0" cy="932389"/>
              </a:xfrm>
              <a:prstGeom prst="line">
                <a:avLst/>
              </a:prstGeom>
              <a:ln w="28575">
                <a:solidFill>
                  <a:schemeClr val="accent6"/>
                </a:solidFill>
                <a:tailEnd type="oval"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xmlns="" id="{829A4E25-4C9A-2043-92C2-044C8C732A0C}"/>
                  </a:ext>
                </a:extLst>
              </p:cNvPr>
              <p:cNvCxnSpPr>
                <a:cxnSpLocks/>
                <a:stCxn id="108" idx="2"/>
              </p:cNvCxnSpPr>
              <p:nvPr/>
            </p:nvCxnSpPr>
            <p:spPr>
              <a:xfrm>
                <a:off x="3878105" y="4743173"/>
                <a:ext cx="0" cy="914397"/>
              </a:xfrm>
              <a:prstGeom prst="line">
                <a:avLst/>
              </a:prstGeom>
              <a:ln w="28575">
                <a:solidFill>
                  <a:schemeClr val="accent6"/>
                </a:solidFill>
                <a:tailEnd type="oval"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xmlns="" id="{733E73D8-D5FF-424F-997A-6823DD7FE7E5}"/>
                  </a:ext>
                </a:extLst>
              </p:cNvPr>
              <p:cNvSpPr txBox="1"/>
              <p:nvPr/>
            </p:nvSpPr>
            <p:spPr>
              <a:xfrm>
                <a:off x="2671673" y="1046541"/>
                <a:ext cx="96518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i="1" dirty="0"/>
                  <a:t>Pulse</a:t>
                </a:r>
                <a:r>
                  <a:rPr lang="x-none" sz="1400" i="1"/>
                  <a:t> </a:t>
                </a:r>
                <a:r>
                  <a:rPr lang="x-none" sz="1400" i="1" dirty="0"/>
                  <a:t>Out</a:t>
                </a:r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xmlns="" id="{82F57F47-874F-F54E-9583-A4DE1A0A0479}"/>
                  </a:ext>
                </a:extLst>
              </p:cNvPr>
              <p:cNvSpPr txBox="1"/>
              <p:nvPr/>
            </p:nvSpPr>
            <p:spPr>
              <a:xfrm>
                <a:off x="4028882" y="5503681"/>
                <a:ext cx="96518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i="1" dirty="0"/>
                  <a:t>Pulse</a:t>
                </a:r>
                <a:r>
                  <a:rPr lang="x-none" sz="1400" i="1"/>
                  <a:t> </a:t>
                </a:r>
                <a:r>
                  <a:rPr lang="x-none" sz="1400" i="1" dirty="0"/>
                  <a:t>In</a:t>
                </a: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xmlns="" id="{94DCAA13-BA51-9049-ADFA-067C9AE3D699}"/>
                  </a:ext>
                </a:extLst>
              </p:cNvPr>
              <p:cNvSpPr txBox="1"/>
              <p:nvPr/>
            </p:nvSpPr>
            <p:spPr>
              <a:xfrm>
                <a:off x="1609824" y="2351388"/>
                <a:ext cx="11697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x-none" sz="1400" i="1" dirty="0"/>
                  <a:t>Trigger Out</a:t>
                </a: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xmlns="" id="{ACEF83C8-F2D2-DD4D-8FE5-A48A073CB21E}"/>
                  </a:ext>
                </a:extLst>
              </p:cNvPr>
              <p:cNvSpPr txBox="1"/>
              <p:nvPr/>
            </p:nvSpPr>
            <p:spPr>
              <a:xfrm>
                <a:off x="5596943" y="4797620"/>
                <a:ext cx="11697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x-none" sz="1400" i="1" dirty="0"/>
                  <a:t>Trigger In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39994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354101-3C6E-0B4A-B2DE-FE2B0F9B9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LabVIEW Manual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A155705-9CB0-724C-BE56-D030F8F7F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156"/>
            <a:ext cx="2983173" cy="5147808"/>
          </a:xfrm>
        </p:spPr>
        <p:txBody>
          <a:bodyPr>
            <a:normAutofit/>
          </a:bodyPr>
          <a:lstStyle/>
          <a:p>
            <a:pPr algn="just"/>
            <a:r>
              <a:rPr lang="x-none" sz="1800" b="1" dirty="0"/>
              <a:t>Step 1</a:t>
            </a:r>
            <a:r>
              <a:rPr lang="x-none" sz="1800" dirty="0"/>
              <a:t>: Open the LabVIEW program, user will have to press the [Stop] button to send Stop command to Firmware to make sure that the Firmware stopped generating and reading signals.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51243B8-5D5E-8843-9EEE-FD2F8020F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0323-80E5-E245-84A8-B880E41F3922}" type="slidenum">
              <a:rPr lang="x-none" smtClean="0"/>
              <a:t>17</a:t>
            </a:fld>
            <a:r>
              <a:rPr lang="x-none"/>
              <a:t>/17</a:t>
            </a:r>
            <a:endParaRPr lang="x-non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E23993A-58B6-E840-AC67-7F8A7C51B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373" y="768351"/>
            <a:ext cx="7920000" cy="577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742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84D1CF-8C59-384E-8CE9-71B91CC70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LabVIEW Manual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189C586-CF27-4C44-A0C3-937C354E9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156"/>
            <a:ext cx="2984131" cy="5147808"/>
          </a:xfrm>
        </p:spPr>
        <p:txBody>
          <a:bodyPr>
            <a:normAutofit/>
          </a:bodyPr>
          <a:lstStyle/>
          <a:p>
            <a:pPr algn="just"/>
            <a:r>
              <a:rPr lang="x-none" sz="1800" b="1" dirty="0"/>
              <a:t>Step 2</a:t>
            </a:r>
            <a:r>
              <a:rPr lang="x-none" sz="1800" dirty="0"/>
              <a:t>: Press [Get] button to get settings from the Firmware.</a:t>
            </a:r>
          </a:p>
          <a:p>
            <a:pPr algn="just"/>
            <a:r>
              <a:rPr lang="x-none" sz="1800" b="1" dirty="0"/>
              <a:t>Step 3</a:t>
            </a:r>
            <a:r>
              <a:rPr lang="x-none" sz="1800" dirty="0"/>
              <a:t>: If user wants to change the settings in Firmware then press [Set] button.</a:t>
            </a:r>
          </a:p>
          <a:p>
            <a:pPr algn="just"/>
            <a:r>
              <a:rPr lang="x-none" sz="1800" b="1" dirty="0"/>
              <a:t>Step 4</a:t>
            </a:r>
            <a:r>
              <a:rPr lang="x-none" sz="1800" dirty="0"/>
              <a:t>: Press [Start] button to read sensor signals.</a:t>
            </a:r>
          </a:p>
          <a:p>
            <a:pPr algn="just"/>
            <a:r>
              <a:rPr lang="x-none" sz="1800" b="1" dirty="0"/>
              <a:t>Step 5</a:t>
            </a:r>
            <a:r>
              <a:rPr lang="x-none" sz="1800" dirty="0"/>
              <a:t>: Before close the LabVIEW program, user needs to press [Stop] button to make the Firmware stopped generating and reading signals.</a:t>
            </a:r>
          </a:p>
          <a:p>
            <a:pPr algn="just"/>
            <a:endParaRPr lang="x-none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68EBCD2-F692-7E41-93C9-FA18594C7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0323-80E5-E245-84A8-B880E41F3922}" type="slidenum">
              <a:rPr lang="x-none" smtClean="0"/>
              <a:t>18</a:t>
            </a:fld>
            <a:r>
              <a:rPr lang="x-none"/>
              <a:t>/17</a:t>
            </a:r>
            <a:endParaRPr lang="x-non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9B2177F5-0BD2-5C4B-BA37-DCD890B09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331" y="768351"/>
            <a:ext cx="7920000" cy="577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79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15754</TotalTime>
  <Words>716</Words>
  <Application>Microsoft Office PowerPoint</Application>
  <PresentationFormat>Widescreen</PresentationFormat>
  <Paragraphs>152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Courier New</vt:lpstr>
      <vt:lpstr>Office Theme</vt:lpstr>
      <vt:lpstr>Software Architecture Design of PECT</vt:lpstr>
      <vt:lpstr>Overview</vt:lpstr>
      <vt:lpstr>1. Software Requirement</vt:lpstr>
      <vt:lpstr>2. LabVIEW Design – Front Panel</vt:lpstr>
      <vt:lpstr>2. LabVIEW Design – Block Diagram</vt:lpstr>
      <vt:lpstr>2. LabVIEW Design – Block Diagram</vt:lpstr>
      <vt:lpstr>2. LabVIEW Design – Block Diagram</vt:lpstr>
      <vt:lpstr>3. Firmware Design</vt:lpstr>
      <vt:lpstr>3. Firmware Design – Generate Triggers &amp; Pulses</vt:lpstr>
      <vt:lpstr>3. Firmware Design – Read Sensor Signals</vt:lpstr>
      <vt:lpstr>3. Firmware Design – Read Sensor Signals</vt:lpstr>
      <vt:lpstr>3. Firmware Design – Read Sensor Signals</vt:lpstr>
      <vt:lpstr>3. Firmware Design – Execute Commands</vt:lpstr>
      <vt:lpstr>3. Firmware Design – Run AI Model</vt:lpstr>
      <vt:lpstr>PowerPoint Presentation</vt:lpstr>
      <vt:lpstr>Pins Configuaration</vt:lpstr>
      <vt:lpstr>LabVIEW Manual</vt:lpstr>
      <vt:lpstr>LabVIEW Manual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quenx.microsoft@gmail.com</dc:creator>
  <cp:lastModifiedBy>QUE XUAN NGUYEN/LGEVH VS FUNCTIONAL TECHNOLOGY 2(que.nguyen@lge.com)</cp:lastModifiedBy>
  <cp:revision>695</cp:revision>
  <dcterms:created xsi:type="dcterms:W3CDTF">2023-06-28T03:44:54Z</dcterms:created>
  <dcterms:modified xsi:type="dcterms:W3CDTF">2024-02-01T10:12:14Z</dcterms:modified>
</cp:coreProperties>
</file>